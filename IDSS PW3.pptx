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BEF3A-460D-4681-97D8-E99F091DF0D0}" v="66" dt="2024-12-15T19:45:08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ZIENZA DOMENICO RUGGIERO PIO" userId="d8b9f649-fa39-45d2-bc10-634e3a48aab2" providerId="ADAL" clId="{40ABEF3A-460D-4681-97D8-E99F091DF0D0}"/>
    <pc:docChg chg="undo redo custSel addSld delSld modSld sldOrd addMainMaster delMainMaster">
      <pc:chgData name="PAZIENZA DOMENICO RUGGIERO PIO" userId="d8b9f649-fa39-45d2-bc10-634e3a48aab2" providerId="ADAL" clId="{40ABEF3A-460D-4681-97D8-E99F091DF0D0}" dt="2024-12-15T19:51:41.992" v="656" actId="26606"/>
      <pc:docMkLst>
        <pc:docMk/>
      </pc:docMkLst>
      <pc:sldChg chg="addSp delSp modSp new mod modMedia setBg modClrScheme addAnim delAnim modAnim setClrOvrMap chgLayout">
        <pc:chgData name="PAZIENZA DOMENICO RUGGIERO PIO" userId="d8b9f649-fa39-45d2-bc10-634e3a48aab2" providerId="ADAL" clId="{40ABEF3A-460D-4681-97D8-E99F091DF0D0}" dt="2024-12-15T17:53:09.812" v="222"/>
        <pc:sldMkLst>
          <pc:docMk/>
          <pc:sldMk cId="1385394448" sldId="256"/>
        </pc:sldMkLst>
        <pc:spChg chg="mod">
          <ac:chgData name="PAZIENZA DOMENICO RUGGIERO PIO" userId="d8b9f649-fa39-45d2-bc10-634e3a48aab2" providerId="ADAL" clId="{40ABEF3A-460D-4681-97D8-E99F091DF0D0}" dt="2024-12-15T17:53:09.810" v="220" actId="26606"/>
          <ac:spMkLst>
            <pc:docMk/>
            <pc:sldMk cId="1385394448" sldId="256"/>
            <ac:spMk id="2" creationId="{612F2E2A-2CB3-3E32-B1B2-E06B7E36158F}"/>
          </ac:spMkLst>
        </pc:spChg>
        <pc:spChg chg="mod">
          <ac:chgData name="PAZIENZA DOMENICO RUGGIERO PIO" userId="d8b9f649-fa39-45d2-bc10-634e3a48aab2" providerId="ADAL" clId="{40ABEF3A-460D-4681-97D8-E99F091DF0D0}" dt="2024-12-15T17:53:09.810" v="220" actId="26606"/>
          <ac:spMkLst>
            <pc:docMk/>
            <pc:sldMk cId="1385394448" sldId="256"/>
            <ac:spMk id="3" creationId="{824AD6FA-0C56-D5D1-583C-AACE029B3AD3}"/>
          </ac:spMkLst>
        </pc:spChg>
        <pc:spChg chg="add del">
          <ac:chgData name="PAZIENZA DOMENICO RUGGIERO PIO" userId="d8b9f649-fa39-45d2-bc10-634e3a48aab2" providerId="ADAL" clId="{40ABEF3A-460D-4681-97D8-E99F091DF0D0}" dt="2024-12-15T17:40:49.582" v="93" actId="26606"/>
          <ac:spMkLst>
            <pc:docMk/>
            <pc:sldMk cId="1385394448" sldId="256"/>
            <ac:spMk id="5" creationId="{1AB7CFDD-E67B-4078-9BD0-D09D4200E4E1}"/>
          </ac:spMkLst>
        </pc:spChg>
        <pc:spChg chg="add del">
          <ac:chgData name="PAZIENZA DOMENICO RUGGIERO PIO" userId="d8b9f649-fa39-45d2-bc10-634e3a48aab2" providerId="ADAL" clId="{40ABEF3A-460D-4681-97D8-E99F091DF0D0}" dt="2024-12-15T17:40:49.582" v="93" actId="26606"/>
          <ac:spMkLst>
            <pc:docMk/>
            <pc:sldMk cId="1385394448" sldId="256"/>
            <ac:spMk id="7" creationId="{4DAEF25D-C97E-48E9-B20C-FEFC2EC6E59B}"/>
          </ac:spMkLst>
        </pc:spChg>
        <pc:spChg chg="add del">
          <ac:chgData name="PAZIENZA DOMENICO RUGGIERO PIO" userId="d8b9f649-fa39-45d2-bc10-634e3a48aab2" providerId="ADAL" clId="{40ABEF3A-460D-4681-97D8-E99F091DF0D0}" dt="2024-12-15T17:44:26.486" v="189" actId="26606"/>
          <ac:spMkLst>
            <pc:docMk/>
            <pc:sldMk cId="1385394448" sldId="256"/>
            <ac:spMk id="8" creationId="{4AA13AD3-0A4F-475A-BEBB-DEEFF5C096C3}"/>
          </ac:spMkLst>
        </pc:spChg>
        <pc:spChg chg="add del">
          <ac:chgData name="PAZIENZA DOMENICO RUGGIERO PIO" userId="d8b9f649-fa39-45d2-bc10-634e3a48aab2" providerId="ADAL" clId="{40ABEF3A-460D-4681-97D8-E99F091DF0D0}" dt="2024-12-15T17:37:49.680" v="16" actId="26606"/>
          <ac:spMkLst>
            <pc:docMk/>
            <pc:sldMk cId="1385394448" sldId="256"/>
            <ac:spMk id="9" creationId="{3A6C273A-38F2-4D34-98BF-47B248862B76}"/>
          </ac:spMkLst>
        </pc:spChg>
        <pc:spChg chg="add del">
          <ac:chgData name="PAZIENZA DOMENICO RUGGIERO PIO" userId="d8b9f649-fa39-45d2-bc10-634e3a48aab2" providerId="ADAL" clId="{40ABEF3A-460D-4681-97D8-E99F091DF0D0}" dt="2024-12-15T17:41:04.113" v="97" actId="26606"/>
          <ac:spMkLst>
            <pc:docMk/>
            <pc:sldMk cId="1385394448" sldId="256"/>
            <ac:spMk id="10" creationId="{1DB043B4-68C6-45B9-82AC-A5800EADB8DB}"/>
          </ac:spMkLst>
        </pc:spChg>
        <pc:spChg chg="add del">
          <ac:chgData name="PAZIENZA DOMENICO RUGGIERO PIO" userId="d8b9f649-fa39-45d2-bc10-634e3a48aab2" providerId="ADAL" clId="{40ABEF3A-460D-4681-97D8-E99F091DF0D0}" dt="2024-12-15T17:37:49.680" v="16" actId="26606"/>
          <ac:spMkLst>
            <pc:docMk/>
            <pc:sldMk cId="1385394448" sldId="256"/>
            <ac:spMk id="11" creationId="{2E2CF659-EE5D-432C-B47F-10AC4A48A347}"/>
          </ac:spMkLst>
        </pc:spChg>
        <pc:spChg chg="add del">
          <ac:chgData name="PAZIENZA DOMENICO RUGGIERO PIO" userId="d8b9f649-fa39-45d2-bc10-634e3a48aab2" providerId="ADAL" clId="{40ABEF3A-460D-4681-97D8-E99F091DF0D0}" dt="2024-12-15T17:37:49.680" v="16" actId="26606"/>
          <ac:spMkLst>
            <pc:docMk/>
            <pc:sldMk cId="1385394448" sldId="256"/>
            <ac:spMk id="13" creationId="{683AA549-1F0C-46E0-AAD8-DC3DC6CA6181}"/>
          </ac:spMkLst>
        </pc:spChg>
        <pc:spChg chg="add del">
          <ac:chgData name="PAZIENZA DOMENICO RUGGIERO PIO" userId="d8b9f649-fa39-45d2-bc10-634e3a48aab2" providerId="ADAL" clId="{40ABEF3A-460D-4681-97D8-E99F091DF0D0}" dt="2024-12-15T17:41:04.113" v="97" actId="26606"/>
          <ac:spMkLst>
            <pc:docMk/>
            <pc:sldMk cId="1385394448" sldId="256"/>
            <ac:spMk id="14" creationId="{5337EA23-6703-4C96-9EEB-A408CBDD67BD}"/>
          </ac:spMkLst>
        </pc:spChg>
        <pc:spChg chg="add del">
          <ac:chgData name="PAZIENZA DOMENICO RUGGIERO PIO" userId="d8b9f649-fa39-45d2-bc10-634e3a48aab2" providerId="ADAL" clId="{40ABEF3A-460D-4681-97D8-E99F091DF0D0}" dt="2024-12-15T17:41:27.420" v="99" actId="26606"/>
          <ac:spMkLst>
            <pc:docMk/>
            <pc:sldMk cId="1385394448" sldId="256"/>
            <ac:spMk id="16" creationId="{F1CE6CDF-ADB7-468C-85C9-B20A076F3C16}"/>
          </ac:spMkLst>
        </pc:spChg>
        <pc:spChg chg="add del">
          <ac:chgData name="PAZIENZA DOMENICO RUGGIERO PIO" userId="d8b9f649-fa39-45d2-bc10-634e3a48aab2" providerId="ADAL" clId="{40ABEF3A-460D-4681-97D8-E99F091DF0D0}" dt="2024-12-15T17:41:27.420" v="99" actId="26606"/>
          <ac:spMkLst>
            <pc:docMk/>
            <pc:sldMk cId="1385394448" sldId="256"/>
            <ac:spMk id="17" creationId="{639EA3C6-5BB9-4426-BF58-2B808502F815}"/>
          </ac:spMkLst>
        </pc:spChg>
        <pc:spChg chg="add del">
          <ac:chgData name="PAZIENZA DOMENICO RUGGIERO PIO" userId="d8b9f649-fa39-45d2-bc10-634e3a48aab2" providerId="ADAL" clId="{40ABEF3A-460D-4681-97D8-E99F091DF0D0}" dt="2024-12-15T17:41:27.420" v="99" actId="26606"/>
          <ac:spMkLst>
            <pc:docMk/>
            <pc:sldMk cId="1385394448" sldId="256"/>
            <ac:spMk id="18" creationId="{480A35E7-9EF6-40E1-A6C5-0B6D3D7245DD}"/>
          </ac:spMkLst>
        </pc:spChg>
        <pc:spChg chg="add del">
          <ac:chgData name="PAZIENZA DOMENICO RUGGIERO PIO" userId="d8b9f649-fa39-45d2-bc10-634e3a48aab2" providerId="ADAL" clId="{40ABEF3A-460D-4681-97D8-E99F091DF0D0}" dt="2024-12-15T17:43:27.884" v="173" actId="26606"/>
          <ac:spMkLst>
            <pc:docMk/>
            <pc:sldMk cId="1385394448" sldId="256"/>
            <ac:spMk id="21" creationId="{1DB043B4-68C6-45B9-82AC-A5800EADB8DB}"/>
          </ac:spMkLst>
        </pc:spChg>
        <pc:spChg chg="add del">
          <ac:chgData name="PAZIENZA DOMENICO RUGGIERO PIO" userId="d8b9f649-fa39-45d2-bc10-634e3a48aab2" providerId="ADAL" clId="{40ABEF3A-460D-4681-97D8-E99F091DF0D0}" dt="2024-12-15T17:43:27.884" v="173" actId="26606"/>
          <ac:spMkLst>
            <pc:docMk/>
            <pc:sldMk cId="1385394448" sldId="256"/>
            <ac:spMk id="23" creationId="{5337EA23-6703-4C96-9EEB-A408CBDD67BD}"/>
          </ac:spMkLst>
        </pc:spChg>
        <pc:spChg chg="add del">
          <ac:chgData name="PAZIENZA DOMENICO RUGGIERO PIO" userId="d8b9f649-fa39-45d2-bc10-634e3a48aab2" providerId="ADAL" clId="{40ABEF3A-460D-4681-97D8-E99F091DF0D0}" dt="2024-12-15T17:44:33.486" v="191" actId="26606"/>
          <ac:spMkLst>
            <pc:docMk/>
            <pc:sldMk cId="1385394448" sldId="256"/>
            <ac:spMk id="24" creationId="{E2CFBC99-FB8F-41F7-A81D-A5288D688D79}"/>
          </ac:spMkLst>
        </pc:spChg>
        <pc:spChg chg="add del">
          <ac:chgData name="PAZIENZA DOMENICO RUGGIERO PIO" userId="d8b9f649-fa39-45d2-bc10-634e3a48aab2" providerId="ADAL" clId="{40ABEF3A-460D-4681-97D8-E99F091DF0D0}" dt="2024-12-15T17:37:49.680" v="16" actId="26606"/>
          <ac:spMkLst>
            <pc:docMk/>
            <pc:sldMk cId="1385394448" sldId="256"/>
            <ac:spMk id="26" creationId="{03E51277-1095-412F-913B-8FA8021AA626}"/>
          </ac:spMkLst>
        </pc:spChg>
        <pc:spChg chg="add del">
          <ac:chgData name="PAZIENZA DOMENICO RUGGIERO PIO" userId="d8b9f649-fa39-45d2-bc10-634e3a48aab2" providerId="ADAL" clId="{40ABEF3A-460D-4681-97D8-E99F091DF0D0}" dt="2024-12-15T17:44:33.486" v="191" actId="26606"/>
          <ac:spMkLst>
            <pc:docMk/>
            <pc:sldMk cId="1385394448" sldId="256"/>
            <ac:spMk id="27" creationId="{1EF86BFA-9133-4F6B-98BE-1CBB87EB62F5}"/>
          </ac:spMkLst>
        </pc:spChg>
        <pc:spChg chg="add del">
          <ac:chgData name="PAZIENZA DOMENICO RUGGIERO PIO" userId="d8b9f649-fa39-45d2-bc10-634e3a48aab2" providerId="ADAL" clId="{40ABEF3A-460D-4681-97D8-E99F091DF0D0}" dt="2024-12-15T17:44:35.333" v="195" actId="26606"/>
          <ac:spMkLst>
            <pc:docMk/>
            <pc:sldMk cId="1385394448" sldId="256"/>
            <ac:spMk id="29" creationId="{F452A527-3631-41ED-858D-3777A7D1496A}"/>
          </ac:spMkLst>
        </pc:spChg>
        <pc:spChg chg="add del">
          <ac:chgData name="PAZIENZA DOMENICO RUGGIERO PIO" userId="d8b9f649-fa39-45d2-bc10-634e3a48aab2" providerId="ADAL" clId="{40ABEF3A-460D-4681-97D8-E99F091DF0D0}" dt="2024-12-15T17:44:36.483" v="197" actId="26606"/>
          <ac:spMkLst>
            <pc:docMk/>
            <pc:sldMk cId="1385394448" sldId="256"/>
            <ac:spMk id="43" creationId="{4187D111-0A9D-421B-84EB-FC5811C3A931}"/>
          </ac:spMkLst>
        </pc:spChg>
        <pc:spChg chg="add del">
          <ac:chgData name="PAZIENZA DOMENICO RUGGIERO PIO" userId="d8b9f649-fa39-45d2-bc10-634e3a48aab2" providerId="ADAL" clId="{40ABEF3A-460D-4681-97D8-E99F091DF0D0}" dt="2024-12-15T17:44:36.483" v="197" actId="26606"/>
          <ac:spMkLst>
            <pc:docMk/>
            <pc:sldMk cId="1385394448" sldId="256"/>
            <ac:spMk id="44" creationId="{F0753E91-DF19-4FA4-BFBF-221696B8D779}"/>
          </ac:spMkLst>
        </pc:spChg>
        <pc:spChg chg="add del">
          <ac:chgData name="PAZIENZA DOMENICO RUGGIERO PIO" userId="d8b9f649-fa39-45d2-bc10-634e3a48aab2" providerId="ADAL" clId="{40ABEF3A-460D-4681-97D8-E99F091DF0D0}" dt="2024-12-15T17:37:50.430" v="18" actId="26606"/>
          <ac:spMkLst>
            <pc:docMk/>
            <pc:sldMk cId="1385394448" sldId="256"/>
            <ac:spMk id="52" creationId="{4CC5F035-24E5-4AFB-A772-E92B5273175B}"/>
          </ac:spMkLst>
        </pc:spChg>
        <pc:spChg chg="add del">
          <ac:chgData name="PAZIENZA DOMENICO RUGGIERO PIO" userId="d8b9f649-fa39-45d2-bc10-634e3a48aab2" providerId="ADAL" clId="{40ABEF3A-460D-4681-97D8-E99F091DF0D0}" dt="2024-12-15T17:37:50.430" v="18" actId="26606"/>
          <ac:spMkLst>
            <pc:docMk/>
            <pc:sldMk cId="1385394448" sldId="256"/>
            <ac:spMk id="54" creationId="{648F001D-C2EB-488C-B9A1-4F769F3D491F}"/>
          </ac:spMkLst>
        </pc:spChg>
        <pc:spChg chg="add del">
          <ac:chgData name="PAZIENZA DOMENICO RUGGIERO PIO" userId="d8b9f649-fa39-45d2-bc10-634e3a48aab2" providerId="ADAL" clId="{40ABEF3A-460D-4681-97D8-E99F091DF0D0}" dt="2024-12-15T17:37:50.430" v="18" actId="26606"/>
          <ac:spMkLst>
            <pc:docMk/>
            <pc:sldMk cId="1385394448" sldId="256"/>
            <ac:spMk id="55" creationId="{418E6099-4506-452C-B3FC-62EEC775BC53}"/>
          </ac:spMkLst>
        </pc:spChg>
        <pc:spChg chg="add del">
          <ac:chgData name="PAZIENZA DOMENICO RUGGIERO PIO" userId="d8b9f649-fa39-45d2-bc10-634e3a48aab2" providerId="ADAL" clId="{40ABEF3A-460D-4681-97D8-E99F091DF0D0}" dt="2024-12-15T17:37:50.430" v="18" actId="26606"/>
          <ac:spMkLst>
            <pc:docMk/>
            <pc:sldMk cId="1385394448" sldId="256"/>
            <ac:spMk id="56" creationId="{E151420D-217E-4604-9680-CE619EF01569}"/>
          </ac:spMkLst>
        </pc:spChg>
        <pc:spChg chg="add del">
          <ac:chgData name="PAZIENZA DOMENICO RUGGIERO PIO" userId="d8b9f649-fa39-45d2-bc10-634e3a48aab2" providerId="ADAL" clId="{40ABEF3A-460D-4681-97D8-E99F091DF0D0}" dt="2024-12-15T17:37:51.443" v="22" actId="26606"/>
          <ac:spMkLst>
            <pc:docMk/>
            <pc:sldMk cId="1385394448" sldId="256"/>
            <ac:spMk id="58" creationId="{3A6C273A-38F2-4D34-98BF-47B248862B76}"/>
          </ac:spMkLst>
        </pc:spChg>
        <pc:spChg chg="add del">
          <ac:chgData name="PAZIENZA DOMENICO RUGGIERO PIO" userId="d8b9f649-fa39-45d2-bc10-634e3a48aab2" providerId="ADAL" clId="{40ABEF3A-460D-4681-97D8-E99F091DF0D0}" dt="2024-12-15T17:37:51.443" v="22" actId="26606"/>
          <ac:spMkLst>
            <pc:docMk/>
            <pc:sldMk cId="1385394448" sldId="256"/>
            <ac:spMk id="59" creationId="{2E2CF659-EE5D-432C-B47F-10AC4A48A347}"/>
          </ac:spMkLst>
        </pc:spChg>
        <pc:spChg chg="add del">
          <ac:chgData name="PAZIENZA DOMENICO RUGGIERO PIO" userId="d8b9f649-fa39-45d2-bc10-634e3a48aab2" providerId="ADAL" clId="{40ABEF3A-460D-4681-97D8-E99F091DF0D0}" dt="2024-12-15T17:37:51.443" v="22" actId="26606"/>
          <ac:spMkLst>
            <pc:docMk/>
            <pc:sldMk cId="1385394448" sldId="256"/>
            <ac:spMk id="60" creationId="{683AA549-1F0C-46E0-AAD8-DC3DC6CA6181}"/>
          </ac:spMkLst>
        </pc:spChg>
        <pc:spChg chg="add del">
          <ac:chgData name="PAZIENZA DOMENICO RUGGIERO PIO" userId="d8b9f649-fa39-45d2-bc10-634e3a48aab2" providerId="ADAL" clId="{40ABEF3A-460D-4681-97D8-E99F091DF0D0}" dt="2024-12-15T17:37:51.443" v="22" actId="26606"/>
          <ac:spMkLst>
            <pc:docMk/>
            <pc:sldMk cId="1385394448" sldId="256"/>
            <ac:spMk id="63" creationId="{03E51277-1095-412F-913B-8FA8021AA626}"/>
          </ac:spMkLst>
        </pc:spChg>
        <pc:spChg chg="add del">
          <ac:chgData name="PAZIENZA DOMENICO RUGGIERO PIO" userId="d8b9f649-fa39-45d2-bc10-634e3a48aab2" providerId="ADAL" clId="{40ABEF3A-460D-4681-97D8-E99F091DF0D0}" dt="2024-12-15T17:37:56.019" v="26" actId="26606"/>
          <ac:spMkLst>
            <pc:docMk/>
            <pc:sldMk cId="1385394448" sldId="256"/>
            <ac:spMk id="67" creationId="{4CC5F035-24E5-4AFB-A772-E92B5273175B}"/>
          </ac:spMkLst>
        </pc:spChg>
        <pc:spChg chg="add del">
          <ac:chgData name="PAZIENZA DOMENICO RUGGIERO PIO" userId="d8b9f649-fa39-45d2-bc10-634e3a48aab2" providerId="ADAL" clId="{40ABEF3A-460D-4681-97D8-E99F091DF0D0}" dt="2024-12-15T17:37:56.019" v="26" actId="26606"/>
          <ac:spMkLst>
            <pc:docMk/>
            <pc:sldMk cId="1385394448" sldId="256"/>
            <ac:spMk id="69" creationId="{648F001D-C2EB-488C-B9A1-4F769F3D491F}"/>
          </ac:spMkLst>
        </pc:spChg>
        <pc:spChg chg="add del">
          <ac:chgData name="PAZIENZA DOMENICO RUGGIERO PIO" userId="d8b9f649-fa39-45d2-bc10-634e3a48aab2" providerId="ADAL" clId="{40ABEF3A-460D-4681-97D8-E99F091DF0D0}" dt="2024-12-15T17:37:56.019" v="26" actId="26606"/>
          <ac:spMkLst>
            <pc:docMk/>
            <pc:sldMk cId="1385394448" sldId="256"/>
            <ac:spMk id="70" creationId="{418E6099-4506-452C-B3FC-62EEC775BC53}"/>
          </ac:spMkLst>
        </pc:spChg>
        <pc:spChg chg="add del">
          <ac:chgData name="PAZIENZA DOMENICO RUGGIERO PIO" userId="d8b9f649-fa39-45d2-bc10-634e3a48aab2" providerId="ADAL" clId="{40ABEF3A-460D-4681-97D8-E99F091DF0D0}" dt="2024-12-15T17:37:56.019" v="26" actId="26606"/>
          <ac:spMkLst>
            <pc:docMk/>
            <pc:sldMk cId="1385394448" sldId="256"/>
            <ac:spMk id="71" creationId="{E151420D-217E-4604-9680-CE619EF01569}"/>
          </ac:spMkLst>
        </pc:spChg>
        <pc:spChg chg="add del">
          <ac:chgData name="PAZIENZA DOMENICO RUGGIERO PIO" userId="d8b9f649-fa39-45d2-bc10-634e3a48aab2" providerId="ADAL" clId="{40ABEF3A-460D-4681-97D8-E99F091DF0D0}" dt="2024-12-15T17:37:57.243" v="30" actId="26606"/>
          <ac:spMkLst>
            <pc:docMk/>
            <pc:sldMk cId="1385394448" sldId="256"/>
            <ac:spMk id="73" creationId="{3A6C273A-38F2-4D34-98BF-47B248862B76}"/>
          </ac:spMkLst>
        </pc:spChg>
        <pc:spChg chg="add del">
          <ac:chgData name="PAZIENZA DOMENICO RUGGIERO PIO" userId="d8b9f649-fa39-45d2-bc10-634e3a48aab2" providerId="ADAL" clId="{40ABEF3A-460D-4681-97D8-E99F091DF0D0}" dt="2024-12-15T17:37:57.243" v="30" actId="26606"/>
          <ac:spMkLst>
            <pc:docMk/>
            <pc:sldMk cId="1385394448" sldId="256"/>
            <ac:spMk id="74" creationId="{2E2CF659-EE5D-432C-B47F-10AC4A48A347}"/>
          </ac:spMkLst>
        </pc:spChg>
        <pc:spChg chg="add del">
          <ac:chgData name="PAZIENZA DOMENICO RUGGIERO PIO" userId="d8b9f649-fa39-45d2-bc10-634e3a48aab2" providerId="ADAL" clId="{40ABEF3A-460D-4681-97D8-E99F091DF0D0}" dt="2024-12-15T17:37:57.243" v="30" actId="26606"/>
          <ac:spMkLst>
            <pc:docMk/>
            <pc:sldMk cId="1385394448" sldId="256"/>
            <ac:spMk id="75" creationId="{683AA549-1F0C-46E0-AAD8-DC3DC6CA6181}"/>
          </ac:spMkLst>
        </pc:spChg>
        <pc:spChg chg="add del">
          <ac:chgData name="PAZIENZA DOMENICO RUGGIERO PIO" userId="d8b9f649-fa39-45d2-bc10-634e3a48aab2" providerId="ADAL" clId="{40ABEF3A-460D-4681-97D8-E99F091DF0D0}" dt="2024-12-15T17:37:57.243" v="30" actId="26606"/>
          <ac:spMkLst>
            <pc:docMk/>
            <pc:sldMk cId="1385394448" sldId="256"/>
            <ac:spMk id="78" creationId="{03E51277-1095-412F-913B-8FA8021AA626}"/>
          </ac:spMkLst>
        </pc:spChg>
        <pc:spChg chg="add del">
          <ac:chgData name="PAZIENZA DOMENICO RUGGIERO PIO" userId="d8b9f649-fa39-45d2-bc10-634e3a48aab2" providerId="ADAL" clId="{40ABEF3A-460D-4681-97D8-E99F091DF0D0}" dt="2024-12-15T17:37:57.831" v="34" actId="26606"/>
          <ac:spMkLst>
            <pc:docMk/>
            <pc:sldMk cId="1385394448" sldId="256"/>
            <ac:spMk id="82" creationId="{733E0473-C315-42D8-A82A-A2FE49DC67DA}"/>
          </ac:spMkLst>
        </pc:spChg>
        <pc:spChg chg="add del">
          <ac:chgData name="PAZIENZA DOMENICO RUGGIERO PIO" userId="d8b9f649-fa39-45d2-bc10-634e3a48aab2" providerId="ADAL" clId="{40ABEF3A-460D-4681-97D8-E99F091DF0D0}" dt="2024-12-15T17:37:57.831" v="34" actId="26606"/>
          <ac:spMkLst>
            <pc:docMk/>
            <pc:sldMk cId="1385394448" sldId="256"/>
            <ac:spMk id="83" creationId="{AD23A251-68F2-43E5-812B-4BBAE1AF535E}"/>
          </ac:spMkLst>
        </pc:spChg>
        <pc:spChg chg="add del">
          <ac:chgData name="PAZIENZA DOMENICO RUGGIERO PIO" userId="d8b9f649-fa39-45d2-bc10-634e3a48aab2" providerId="ADAL" clId="{40ABEF3A-460D-4681-97D8-E99F091DF0D0}" dt="2024-12-15T17:37:59.700" v="36" actId="26606"/>
          <ac:spMkLst>
            <pc:docMk/>
            <pc:sldMk cId="1385394448" sldId="256"/>
            <ac:spMk id="93" creationId="{FF4F1B1F-38C9-4BA3-8793-E2B6FC978C0A}"/>
          </ac:spMkLst>
        </pc:spChg>
        <pc:spChg chg="add del">
          <ac:chgData name="PAZIENZA DOMENICO RUGGIERO PIO" userId="d8b9f649-fa39-45d2-bc10-634e3a48aab2" providerId="ADAL" clId="{40ABEF3A-460D-4681-97D8-E99F091DF0D0}" dt="2024-12-15T17:38:01.113" v="38" actId="26606"/>
          <ac:spMkLst>
            <pc:docMk/>
            <pc:sldMk cId="1385394448" sldId="256"/>
            <ac:spMk id="97" creationId="{6CA2C65D-0168-1245-86C8-62A8A6F7B813}"/>
          </ac:spMkLst>
        </pc:spChg>
        <pc:spChg chg="add del">
          <ac:chgData name="PAZIENZA DOMENICO RUGGIERO PIO" userId="d8b9f649-fa39-45d2-bc10-634e3a48aab2" providerId="ADAL" clId="{40ABEF3A-460D-4681-97D8-E99F091DF0D0}" dt="2024-12-15T17:38:01.113" v="38" actId="26606"/>
          <ac:spMkLst>
            <pc:docMk/>
            <pc:sldMk cId="1385394448" sldId="256"/>
            <ac:spMk id="99" creationId="{12E8ED90-6D42-AE40-963A-3924EE2073F0}"/>
          </ac:spMkLst>
        </pc:spChg>
        <pc:spChg chg="add del">
          <ac:chgData name="PAZIENZA DOMENICO RUGGIERO PIO" userId="d8b9f649-fa39-45d2-bc10-634e3a48aab2" providerId="ADAL" clId="{40ABEF3A-460D-4681-97D8-E99F091DF0D0}" dt="2024-12-15T17:38:01.113" v="38" actId="26606"/>
          <ac:spMkLst>
            <pc:docMk/>
            <pc:sldMk cId="1385394448" sldId="256"/>
            <ac:spMk id="100" creationId="{755E9273-3717-C94C-9BFF-75E87E47C46A}"/>
          </ac:spMkLst>
        </pc:spChg>
        <pc:spChg chg="add del">
          <ac:chgData name="PAZIENZA DOMENICO RUGGIERO PIO" userId="d8b9f649-fa39-45d2-bc10-634e3a48aab2" providerId="ADAL" clId="{40ABEF3A-460D-4681-97D8-E99F091DF0D0}" dt="2024-12-15T17:38:25.276" v="40" actId="26606"/>
          <ac:spMkLst>
            <pc:docMk/>
            <pc:sldMk cId="1385394448" sldId="256"/>
            <ac:spMk id="102" creationId="{A88F843D-1C1B-C740-AC27-E3238D0F5F47}"/>
          </ac:spMkLst>
        </pc:spChg>
        <pc:spChg chg="add del">
          <ac:chgData name="PAZIENZA DOMENICO RUGGIERO PIO" userId="d8b9f649-fa39-45d2-bc10-634e3a48aab2" providerId="ADAL" clId="{40ABEF3A-460D-4681-97D8-E99F091DF0D0}" dt="2024-12-15T17:38:25.276" v="40" actId="26606"/>
          <ac:spMkLst>
            <pc:docMk/>
            <pc:sldMk cId="1385394448" sldId="256"/>
            <ac:spMk id="104" creationId="{A21C8291-E3D5-4240-8FF4-E5213CBCC453}"/>
          </ac:spMkLst>
        </pc:spChg>
        <pc:spChg chg="add del">
          <ac:chgData name="PAZIENZA DOMENICO RUGGIERO PIO" userId="d8b9f649-fa39-45d2-bc10-634e3a48aab2" providerId="ADAL" clId="{40ABEF3A-460D-4681-97D8-E99F091DF0D0}" dt="2024-12-15T17:38:25.276" v="40" actId="26606"/>
          <ac:spMkLst>
            <pc:docMk/>
            <pc:sldMk cId="1385394448" sldId="256"/>
            <ac:spMk id="105" creationId="{08B44AFE-C181-7047-8CC9-CA00BD385EEA}"/>
          </ac:spMkLst>
        </pc:spChg>
        <pc:spChg chg="add del">
          <ac:chgData name="PAZIENZA DOMENICO RUGGIERO PIO" userId="d8b9f649-fa39-45d2-bc10-634e3a48aab2" providerId="ADAL" clId="{40ABEF3A-460D-4681-97D8-E99F091DF0D0}" dt="2024-12-15T17:40:42.772" v="91" actId="26606"/>
          <ac:spMkLst>
            <pc:docMk/>
            <pc:sldMk cId="1385394448" sldId="256"/>
            <ac:spMk id="107" creationId="{3A6C273A-38F2-4D34-98BF-47B248862B76}"/>
          </ac:spMkLst>
        </pc:spChg>
        <pc:spChg chg="add del">
          <ac:chgData name="PAZIENZA DOMENICO RUGGIERO PIO" userId="d8b9f649-fa39-45d2-bc10-634e3a48aab2" providerId="ADAL" clId="{40ABEF3A-460D-4681-97D8-E99F091DF0D0}" dt="2024-12-15T17:40:42.772" v="91" actId="26606"/>
          <ac:spMkLst>
            <pc:docMk/>
            <pc:sldMk cId="1385394448" sldId="256"/>
            <ac:spMk id="108" creationId="{2E2CF659-EE5D-432C-B47F-10AC4A48A347}"/>
          </ac:spMkLst>
        </pc:spChg>
        <pc:spChg chg="add del">
          <ac:chgData name="PAZIENZA DOMENICO RUGGIERO PIO" userId="d8b9f649-fa39-45d2-bc10-634e3a48aab2" providerId="ADAL" clId="{40ABEF3A-460D-4681-97D8-E99F091DF0D0}" dt="2024-12-15T17:40:42.772" v="91" actId="26606"/>
          <ac:spMkLst>
            <pc:docMk/>
            <pc:sldMk cId="1385394448" sldId="256"/>
            <ac:spMk id="109" creationId="{683AA549-1F0C-46E0-AAD8-DC3DC6CA6181}"/>
          </ac:spMkLst>
        </pc:spChg>
        <pc:spChg chg="add del">
          <ac:chgData name="PAZIENZA DOMENICO RUGGIERO PIO" userId="d8b9f649-fa39-45d2-bc10-634e3a48aab2" providerId="ADAL" clId="{40ABEF3A-460D-4681-97D8-E99F091DF0D0}" dt="2024-12-15T17:40:42.772" v="91" actId="26606"/>
          <ac:spMkLst>
            <pc:docMk/>
            <pc:sldMk cId="1385394448" sldId="256"/>
            <ac:spMk id="112" creationId="{03E51277-1095-412F-913B-8FA8021AA626}"/>
          </ac:spMkLst>
        </pc:spChg>
        <pc:spChg chg="add">
          <ac:chgData name="PAZIENZA DOMENICO RUGGIERO PIO" userId="d8b9f649-fa39-45d2-bc10-634e3a48aab2" providerId="ADAL" clId="{40ABEF3A-460D-4681-97D8-E99F091DF0D0}" dt="2024-12-15T17:52:25.661" v="210"/>
          <ac:spMkLst>
            <pc:docMk/>
            <pc:sldMk cId="1385394448" sldId="256"/>
            <ac:spMk id="117" creationId="{6CBD4CB3-B265-3507-24FC-B24CA01EC07D}"/>
          </ac:spMkLst>
        </pc:spChg>
        <pc:spChg chg="add del">
          <ac:chgData name="PAZIENZA DOMENICO RUGGIERO PIO" userId="d8b9f649-fa39-45d2-bc10-634e3a48aab2" providerId="ADAL" clId="{40ABEF3A-460D-4681-97D8-E99F091DF0D0}" dt="2024-12-15T17:44:37.666" v="199" actId="26606"/>
          <ac:spMkLst>
            <pc:docMk/>
            <pc:sldMk cId="1385394448" sldId="256"/>
            <ac:spMk id="118" creationId="{0FA27539-4286-4FA8-9DA6-7CF237447C8D}"/>
          </ac:spMkLst>
        </pc:spChg>
        <pc:spChg chg="add del">
          <ac:chgData name="PAZIENZA DOMENICO RUGGIERO PIO" userId="d8b9f649-fa39-45d2-bc10-634e3a48aab2" providerId="ADAL" clId="{40ABEF3A-460D-4681-97D8-E99F091DF0D0}" dt="2024-12-15T17:44:38.602" v="201" actId="26606"/>
          <ac:spMkLst>
            <pc:docMk/>
            <pc:sldMk cId="1385394448" sldId="256"/>
            <ac:spMk id="122" creationId="{6F40FBDA-CEB1-40F0-9AB9-BD9C402D70FE}"/>
          </ac:spMkLst>
        </pc:spChg>
        <pc:spChg chg="add del">
          <ac:chgData name="PAZIENZA DOMENICO RUGGIERO PIO" userId="d8b9f649-fa39-45d2-bc10-634e3a48aab2" providerId="ADAL" clId="{40ABEF3A-460D-4681-97D8-E99F091DF0D0}" dt="2024-12-15T17:44:38.602" v="201" actId="26606"/>
          <ac:spMkLst>
            <pc:docMk/>
            <pc:sldMk cId="1385394448" sldId="256"/>
            <ac:spMk id="124" creationId="{0344D4FE-ABEF-4230-9E4E-AD5782FC78AC}"/>
          </ac:spMkLst>
        </pc:spChg>
        <pc:spChg chg="add del">
          <ac:chgData name="PAZIENZA DOMENICO RUGGIERO PIO" userId="d8b9f649-fa39-45d2-bc10-634e3a48aab2" providerId="ADAL" clId="{40ABEF3A-460D-4681-97D8-E99F091DF0D0}" dt="2024-12-15T17:44:38.602" v="201" actId="26606"/>
          <ac:spMkLst>
            <pc:docMk/>
            <pc:sldMk cId="1385394448" sldId="256"/>
            <ac:spMk id="125" creationId="{9325F979-D3F9-4926-81B7-7ACCB31A501B}"/>
          </ac:spMkLst>
        </pc:spChg>
        <pc:spChg chg="add del">
          <ac:chgData name="PAZIENZA DOMENICO RUGGIERO PIO" userId="d8b9f649-fa39-45d2-bc10-634e3a48aab2" providerId="ADAL" clId="{40ABEF3A-460D-4681-97D8-E99F091DF0D0}" dt="2024-12-15T17:52:41.157" v="213" actId="26606"/>
          <ac:spMkLst>
            <pc:docMk/>
            <pc:sldMk cId="1385394448" sldId="256"/>
            <ac:spMk id="126" creationId="{657F69E0-C4B0-4BEC-A689-4F8D877F05D4}"/>
          </ac:spMkLst>
        </pc:spChg>
        <pc:spChg chg="add del">
          <ac:chgData name="PAZIENZA DOMENICO RUGGIERO PIO" userId="d8b9f649-fa39-45d2-bc10-634e3a48aab2" providerId="ADAL" clId="{40ABEF3A-460D-4681-97D8-E99F091DF0D0}" dt="2024-12-15T17:44:44.290" v="203" actId="26606"/>
          <ac:spMkLst>
            <pc:docMk/>
            <pc:sldMk cId="1385394448" sldId="256"/>
            <ac:spMk id="127" creationId="{AD294E7E-62D8-48F8-A01E-1A457B5CA04C}"/>
          </ac:spMkLst>
        </pc:spChg>
        <pc:spChg chg="add del">
          <ac:chgData name="PAZIENZA DOMENICO RUGGIERO PIO" userId="d8b9f649-fa39-45d2-bc10-634e3a48aab2" providerId="ADAL" clId="{40ABEF3A-460D-4681-97D8-E99F091DF0D0}" dt="2024-12-15T17:44:44.290" v="203" actId="26606"/>
          <ac:spMkLst>
            <pc:docMk/>
            <pc:sldMk cId="1385394448" sldId="256"/>
            <ac:spMk id="128" creationId="{FBCADCC9-9C0D-4CE3-8966-44472EFCF348}"/>
          </ac:spMkLst>
        </pc:spChg>
        <pc:spChg chg="add del">
          <ac:chgData name="PAZIENZA DOMENICO RUGGIERO PIO" userId="d8b9f649-fa39-45d2-bc10-634e3a48aab2" providerId="ADAL" clId="{40ABEF3A-460D-4681-97D8-E99F091DF0D0}" dt="2024-12-15T17:44:44.290" v="203" actId="26606"/>
          <ac:spMkLst>
            <pc:docMk/>
            <pc:sldMk cId="1385394448" sldId="256"/>
            <ac:spMk id="129" creationId="{05FD221C-EDD3-49D9-90A7-260CECEE1C11}"/>
          </ac:spMkLst>
        </pc:spChg>
        <pc:spChg chg="add del">
          <ac:chgData name="PAZIENZA DOMENICO RUGGIERO PIO" userId="d8b9f649-fa39-45d2-bc10-634e3a48aab2" providerId="ADAL" clId="{40ABEF3A-460D-4681-97D8-E99F091DF0D0}" dt="2024-12-15T17:52:41.157" v="213" actId="26606"/>
          <ac:spMkLst>
            <pc:docMk/>
            <pc:sldMk cId="1385394448" sldId="256"/>
            <ac:spMk id="132" creationId="{9F6380B4-6A1C-481E-8408-B4E6C75B9B81}"/>
          </ac:spMkLst>
        </pc:spChg>
        <pc:spChg chg="add del">
          <ac:chgData name="PAZIENZA DOMENICO RUGGIERO PIO" userId="d8b9f649-fa39-45d2-bc10-634e3a48aab2" providerId="ADAL" clId="{40ABEF3A-460D-4681-97D8-E99F091DF0D0}" dt="2024-12-15T17:52:54.225" v="217" actId="26606"/>
          <ac:spMkLst>
            <pc:docMk/>
            <pc:sldMk cId="1385394448" sldId="256"/>
            <ac:spMk id="134" creationId="{FB5B0058-AF13-4859-B429-4EDDE2A26F7F}"/>
          </ac:spMkLst>
        </pc:spChg>
        <pc:spChg chg="add del">
          <ac:chgData name="PAZIENZA DOMENICO RUGGIERO PIO" userId="d8b9f649-fa39-45d2-bc10-634e3a48aab2" providerId="ADAL" clId="{40ABEF3A-460D-4681-97D8-E99F091DF0D0}" dt="2024-12-15T17:52:54.225" v="217" actId="26606"/>
          <ac:spMkLst>
            <pc:docMk/>
            <pc:sldMk cId="1385394448" sldId="256"/>
            <ac:spMk id="135" creationId="{1A89CBBC-7743-43D9-A324-25CB472E9B2E}"/>
          </ac:spMkLst>
        </pc:spChg>
        <pc:spChg chg="add">
          <ac:chgData name="PAZIENZA DOMENICO RUGGIERO PIO" userId="d8b9f649-fa39-45d2-bc10-634e3a48aab2" providerId="ADAL" clId="{40ABEF3A-460D-4681-97D8-E99F091DF0D0}" dt="2024-12-15T17:52:56.192" v="218"/>
          <ac:spMkLst>
            <pc:docMk/>
            <pc:sldMk cId="1385394448" sldId="256"/>
            <ac:spMk id="155" creationId="{AB97AE54-8DD3-9B07-B0B2-1871FA049B68}"/>
          </ac:spMkLst>
        </pc:spChg>
        <pc:spChg chg="add del">
          <ac:chgData name="PAZIENZA DOMENICO RUGGIERO PIO" userId="d8b9f649-fa39-45d2-bc10-634e3a48aab2" providerId="ADAL" clId="{40ABEF3A-460D-4681-97D8-E99F091DF0D0}" dt="2024-12-15T17:44:46.538" v="205" actId="26606"/>
          <ac:spMkLst>
            <pc:docMk/>
            <pc:sldMk cId="1385394448" sldId="256"/>
            <ac:spMk id="157" creationId="{608EAA06-5488-416B-B2B2-E55213011012}"/>
          </ac:spMkLst>
        </pc:spChg>
        <pc:spChg chg="add del">
          <ac:chgData name="PAZIENZA DOMENICO RUGGIERO PIO" userId="d8b9f649-fa39-45d2-bc10-634e3a48aab2" providerId="ADAL" clId="{40ABEF3A-460D-4681-97D8-E99F091DF0D0}" dt="2024-12-15T17:45:02.239" v="207" actId="26606"/>
          <ac:spMkLst>
            <pc:docMk/>
            <pc:sldMk cId="1385394448" sldId="256"/>
            <ac:spMk id="159" creationId="{80B98925-0550-1AFB-C1DC-02792400FB71}"/>
          </ac:spMkLst>
        </pc:spChg>
        <pc:spChg chg="add del">
          <ac:chgData name="PAZIENZA DOMENICO RUGGIERO PIO" userId="d8b9f649-fa39-45d2-bc10-634e3a48aab2" providerId="ADAL" clId="{40ABEF3A-460D-4681-97D8-E99F091DF0D0}" dt="2024-12-15T17:45:02.239" v="207" actId="26606"/>
          <ac:spMkLst>
            <pc:docMk/>
            <pc:sldMk cId="1385394448" sldId="256"/>
            <ac:spMk id="161" creationId="{0CCA9273-E74E-A306-1F74-BEF9EDA30500}"/>
          </ac:spMkLst>
        </pc:spChg>
        <pc:spChg chg="add">
          <ac:chgData name="PAZIENZA DOMENICO RUGGIERO PIO" userId="d8b9f649-fa39-45d2-bc10-634e3a48aab2" providerId="ADAL" clId="{40ABEF3A-460D-4681-97D8-E99F091DF0D0}" dt="2024-12-15T17:53:09.810" v="220" actId="26606"/>
          <ac:spMkLst>
            <pc:docMk/>
            <pc:sldMk cId="1385394448" sldId="256"/>
            <ac:spMk id="162" creationId="{FB5B0058-AF13-4859-B429-4EDDE2A26F7F}"/>
          </ac:spMkLst>
        </pc:spChg>
        <pc:spChg chg="add del">
          <ac:chgData name="PAZIENZA DOMENICO RUGGIERO PIO" userId="d8b9f649-fa39-45d2-bc10-634e3a48aab2" providerId="ADAL" clId="{40ABEF3A-460D-4681-97D8-E99F091DF0D0}" dt="2024-12-15T17:51:11.195" v="209" actId="26606"/>
          <ac:spMkLst>
            <pc:docMk/>
            <pc:sldMk cId="1385394448" sldId="256"/>
            <ac:spMk id="163" creationId="{CF886182-3ADC-447F-B077-24411DB565A8}"/>
          </ac:spMkLst>
        </pc:spChg>
        <pc:spChg chg="add del">
          <ac:chgData name="PAZIENZA DOMENICO RUGGIERO PIO" userId="d8b9f649-fa39-45d2-bc10-634e3a48aab2" providerId="ADAL" clId="{40ABEF3A-460D-4681-97D8-E99F091DF0D0}" dt="2024-12-15T17:51:11.195" v="209" actId="26606"/>
          <ac:spMkLst>
            <pc:docMk/>
            <pc:sldMk cId="1385394448" sldId="256"/>
            <ac:spMk id="165" creationId="{67F1335F-97CE-4842-9A57-2B6A3F459D82}"/>
          </ac:spMkLst>
        </pc:spChg>
        <pc:spChg chg="add">
          <ac:chgData name="PAZIENZA DOMENICO RUGGIERO PIO" userId="d8b9f649-fa39-45d2-bc10-634e3a48aab2" providerId="ADAL" clId="{40ABEF3A-460D-4681-97D8-E99F091DF0D0}" dt="2024-12-15T17:53:09.810" v="220" actId="26606"/>
          <ac:spMkLst>
            <pc:docMk/>
            <pc:sldMk cId="1385394448" sldId="256"/>
            <ac:spMk id="166" creationId="{1A89CBBC-7743-43D9-A324-25CB472E9B2E}"/>
          </ac:spMkLst>
        </pc:spChg>
        <pc:grpChg chg="add del">
          <ac:chgData name="PAZIENZA DOMENICO RUGGIERO PIO" userId="d8b9f649-fa39-45d2-bc10-634e3a48aab2" providerId="ADAL" clId="{40ABEF3A-460D-4681-97D8-E99F091DF0D0}" dt="2024-12-15T17:37:49.680" v="16" actId="26606"/>
          <ac:grpSpMkLst>
            <pc:docMk/>
            <pc:sldMk cId="1385394448" sldId="256"/>
            <ac:grpSpMk id="15" creationId="{7B2F7E43-35EC-4103-9D95-2ACDB00387CC}"/>
          </ac:grpSpMkLst>
        </pc:grpChg>
        <pc:grpChg chg="add del">
          <ac:chgData name="PAZIENZA DOMENICO RUGGIERO PIO" userId="d8b9f649-fa39-45d2-bc10-634e3a48aab2" providerId="ADAL" clId="{40ABEF3A-460D-4681-97D8-E99F091DF0D0}" dt="2024-12-15T17:37:49.680" v="16" actId="26606"/>
          <ac:grpSpMkLst>
            <pc:docMk/>
            <pc:sldMk cId="1385394448" sldId="256"/>
            <ac:grpSpMk id="28" creationId="{96F2112D-BBBE-46A6-B66D-A3F02ED3284E}"/>
          </ac:grpSpMkLst>
        </pc:grpChg>
        <pc:grpChg chg="add del">
          <ac:chgData name="PAZIENZA DOMENICO RUGGIERO PIO" userId="d8b9f649-fa39-45d2-bc10-634e3a48aab2" providerId="ADAL" clId="{40ABEF3A-460D-4681-97D8-E99F091DF0D0}" dt="2024-12-15T17:44:44.290" v="203" actId="26606"/>
          <ac:grpSpMkLst>
            <pc:docMk/>
            <pc:sldMk cId="1385394448" sldId="256"/>
            <ac:grpSpMk id="41" creationId="{D77BF9F5-CA63-42A6-AC93-C2BDF4727665}"/>
          </ac:grpSpMkLst>
        </pc:grpChg>
        <pc:grpChg chg="add del">
          <ac:chgData name="PAZIENZA DOMENICO RUGGIERO PIO" userId="d8b9f649-fa39-45d2-bc10-634e3a48aab2" providerId="ADAL" clId="{40ABEF3A-460D-4681-97D8-E99F091DF0D0}" dt="2024-12-15T17:44:36.483" v="197" actId="26606"/>
          <ac:grpSpMkLst>
            <pc:docMk/>
            <pc:sldMk cId="1385394448" sldId="256"/>
            <ac:grpSpMk id="45" creationId="{015ECF02-0C11-4320-A868-5EC7DD53DEFD}"/>
          </ac:grpSpMkLst>
        </pc:grpChg>
        <pc:grpChg chg="add del">
          <ac:chgData name="PAZIENZA DOMENICO RUGGIERO PIO" userId="d8b9f649-fa39-45d2-bc10-634e3a48aab2" providerId="ADAL" clId="{40ABEF3A-460D-4681-97D8-E99F091DF0D0}" dt="2024-12-15T17:37:49.680" v="16" actId="26606"/>
          <ac:grpSpMkLst>
            <pc:docMk/>
            <pc:sldMk cId="1385394448" sldId="256"/>
            <ac:grpSpMk id="48" creationId="{DDB99EF5-8801-40E2-83D3-196FADCBBA7F}"/>
          </ac:grpSpMkLst>
        </pc:grpChg>
        <pc:grpChg chg="add del">
          <ac:chgData name="PAZIENZA DOMENICO RUGGIERO PIO" userId="d8b9f649-fa39-45d2-bc10-634e3a48aab2" providerId="ADAL" clId="{40ABEF3A-460D-4681-97D8-E99F091DF0D0}" dt="2024-12-15T17:37:51.443" v="22" actId="26606"/>
          <ac:grpSpMkLst>
            <pc:docMk/>
            <pc:sldMk cId="1385394448" sldId="256"/>
            <ac:grpSpMk id="62" creationId="{7B2F7E43-35EC-4103-9D95-2ACDB00387CC}"/>
          </ac:grpSpMkLst>
        </pc:grpChg>
        <pc:grpChg chg="add del">
          <ac:chgData name="PAZIENZA DOMENICO RUGGIERO PIO" userId="d8b9f649-fa39-45d2-bc10-634e3a48aab2" providerId="ADAL" clId="{40ABEF3A-460D-4681-97D8-E99F091DF0D0}" dt="2024-12-15T17:37:51.443" v="22" actId="26606"/>
          <ac:grpSpMkLst>
            <pc:docMk/>
            <pc:sldMk cId="1385394448" sldId="256"/>
            <ac:grpSpMk id="64" creationId="{96F2112D-BBBE-46A6-B66D-A3F02ED3284E}"/>
          </ac:grpSpMkLst>
        </pc:grpChg>
        <pc:grpChg chg="add del">
          <ac:chgData name="PAZIENZA DOMENICO RUGGIERO PIO" userId="d8b9f649-fa39-45d2-bc10-634e3a48aab2" providerId="ADAL" clId="{40ABEF3A-460D-4681-97D8-E99F091DF0D0}" dt="2024-12-15T17:37:51.443" v="22" actId="26606"/>
          <ac:grpSpMkLst>
            <pc:docMk/>
            <pc:sldMk cId="1385394448" sldId="256"/>
            <ac:grpSpMk id="65" creationId="{DDB99EF5-8801-40E2-83D3-196FADCBBA7F}"/>
          </ac:grpSpMkLst>
        </pc:grpChg>
        <pc:grpChg chg="add del">
          <ac:chgData name="PAZIENZA DOMENICO RUGGIERO PIO" userId="d8b9f649-fa39-45d2-bc10-634e3a48aab2" providerId="ADAL" clId="{40ABEF3A-460D-4681-97D8-E99F091DF0D0}" dt="2024-12-15T17:37:57.243" v="30" actId="26606"/>
          <ac:grpSpMkLst>
            <pc:docMk/>
            <pc:sldMk cId="1385394448" sldId="256"/>
            <ac:grpSpMk id="77" creationId="{7B2F7E43-35EC-4103-9D95-2ACDB00387CC}"/>
          </ac:grpSpMkLst>
        </pc:grpChg>
        <pc:grpChg chg="add del">
          <ac:chgData name="PAZIENZA DOMENICO RUGGIERO PIO" userId="d8b9f649-fa39-45d2-bc10-634e3a48aab2" providerId="ADAL" clId="{40ABEF3A-460D-4681-97D8-E99F091DF0D0}" dt="2024-12-15T17:37:57.243" v="30" actId="26606"/>
          <ac:grpSpMkLst>
            <pc:docMk/>
            <pc:sldMk cId="1385394448" sldId="256"/>
            <ac:grpSpMk id="79" creationId="{96F2112D-BBBE-46A6-B66D-A3F02ED3284E}"/>
          </ac:grpSpMkLst>
        </pc:grpChg>
        <pc:grpChg chg="add del">
          <ac:chgData name="PAZIENZA DOMENICO RUGGIERO PIO" userId="d8b9f649-fa39-45d2-bc10-634e3a48aab2" providerId="ADAL" clId="{40ABEF3A-460D-4681-97D8-E99F091DF0D0}" dt="2024-12-15T17:37:57.243" v="30" actId="26606"/>
          <ac:grpSpMkLst>
            <pc:docMk/>
            <pc:sldMk cId="1385394448" sldId="256"/>
            <ac:grpSpMk id="80" creationId="{DDB99EF5-8801-40E2-83D3-196FADCBBA7F}"/>
          </ac:grpSpMkLst>
        </pc:grpChg>
        <pc:grpChg chg="add del">
          <ac:chgData name="PAZIENZA DOMENICO RUGGIERO PIO" userId="d8b9f649-fa39-45d2-bc10-634e3a48aab2" providerId="ADAL" clId="{40ABEF3A-460D-4681-97D8-E99F091DF0D0}" dt="2024-12-15T17:37:57.831" v="34" actId="26606"/>
          <ac:grpSpMkLst>
            <pc:docMk/>
            <pc:sldMk cId="1385394448" sldId="256"/>
            <ac:grpSpMk id="85" creationId="{0350AF23-2606-421F-AB7B-23D9B48F3E9B}"/>
          </ac:grpSpMkLst>
        </pc:grpChg>
        <pc:grpChg chg="add del">
          <ac:chgData name="PAZIENZA DOMENICO RUGGIERO PIO" userId="d8b9f649-fa39-45d2-bc10-634e3a48aab2" providerId="ADAL" clId="{40ABEF3A-460D-4681-97D8-E99F091DF0D0}" dt="2024-12-15T17:40:42.772" v="91" actId="26606"/>
          <ac:grpSpMkLst>
            <pc:docMk/>
            <pc:sldMk cId="1385394448" sldId="256"/>
            <ac:grpSpMk id="111" creationId="{7B2F7E43-35EC-4103-9D95-2ACDB00387CC}"/>
          </ac:grpSpMkLst>
        </pc:grpChg>
        <pc:grpChg chg="add del">
          <ac:chgData name="PAZIENZA DOMENICO RUGGIERO PIO" userId="d8b9f649-fa39-45d2-bc10-634e3a48aab2" providerId="ADAL" clId="{40ABEF3A-460D-4681-97D8-E99F091DF0D0}" dt="2024-12-15T17:40:42.772" v="91" actId="26606"/>
          <ac:grpSpMkLst>
            <pc:docMk/>
            <pc:sldMk cId="1385394448" sldId="256"/>
            <ac:grpSpMk id="113" creationId="{96F2112D-BBBE-46A6-B66D-A3F02ED3284E}"/>
          </ac:grpSpMkLst>
        </pc:grpChg>
        <pc:grpChg chg="add del">
          <ac:chgData name="PAZIENZA DOMENICO RUGGIERO PIO" userId="d8b9f649-fa39-45d2-bc10-634e3a48aab2" providerId="ADAL" clId="{40ABEF3A-460D-4681-97D8-E99F091DF0D0}" dt="2024-12-15T17:40:42.772" v="91" actId="26606"/>
          <ac:grpSpMkLst>
            <pc:docMk/>
            <pc:sldMk cId="1385394448" sldId="256"/>
            <ac:grpSpMk id="114" creationId="{DDB99EF5-8801-40E2-83D3-196FADCBBA7F}"/>
          </ac:grpSpMkLst>
        </pc:grpChg>
        <pc:grpChg chg="add del">
          <ac:chgData name="PAZIENZA DOMENICO RUGGIERO PIO" userId="d8b9f649-fa39-45d2-bc10-634e3a48aab2" providerId="ADAL" clId="{40ABEF3A-460D-4681-97D8-E99F091DF0D0}" dt="2024-12-15T17:44:44.290" v="203" actId="26606"/>
          <ac:grpSpMkLst>
            <pc:docMk/>
            <pc:sldMk cId="1385394448" sldId="256"/>
            <ac:grpSpMk id="131" creationId="{B858DA4F-B13B-4D82-A95F-CBF114BDDD7A}"/>
          </ac:grpSpMkLst>
        </pc:grpChg>
        <pc:grpChg chg="add del">
          <ac:chgData name="PAZIENZA DOMENICO RUGGIERO PIO" userId="d8b9f649-fa39-45d2-bc10-634e3a48aab2" providerId="ADAL" clId="{40ABEF3A-460D-4681-97D8-E99F091DF0D0}" dt="2024-12-15T17:44:44.290" v="203" actId="26606"/>
          <ac:grpSpMkLst>
            <pc:docMk/>
            <pc:sldMk cId="1385394448" sldId="256"/>
            <ac:grpSpMk id="152" creationId="{94D09F36-C387-49FA-9BEA-D0427CE84C57}"/>
          </ac:grpSpMkLst>
        </pc:grpChg>
        <pc:picChg chg="add del">
          <ac:chgData name="PAZIENZA DOMENICO RUGGIERO PIO" userId="d8b9f649-fa39-45d2-bc10-634e3a48aab2" providerId="ADAL" clId="{40ABEF3A-460D-4681-97D8-E99F091DF0D0}" dt="2024-12-15T17:37:49.680" v="16" actId="26606"/>
          <ac:picMkLst>
            <pc:docMk/>
            <pc:sldMk cId="1385394448" sldId="256"/>
            <ac:picMk id="4" creationId="{199A63F6-C7F2-EDCC-40F3-07AB216B9AB8}"/>
          </ac:picMkLst>
        </pc:picChg>
        <pc:picChg chg="add del">
          <ac:chgData name="PAZIENZA DOMENICO RUGGIERO PIO" userId="d8b9f649-fa39-45d2-bc10-634e3a48aab2" providerId="ADAL" clId="{40ABEF3A-460D-4681-97D8-E99F091DF0D0}" dt="2024-12-15T17:40:49.582" v="93" actId="26606"/>
          <ac:picMkLst>
            <pc:docMk/>
            <pc:sldMk cId="1385394448" sldId="256"/>
            <ac:picMk id="6" creationId="{4880A6EF-F889-C3F3-5B27-FDA3D66D36D5}"/>
          </ac:picMkLst>
        </pc:picChg>
        <pc:picChg chg="add del">
          <ac:chgData name="PAZIENZA DOMENICO RUGGIERO PIO" userId="d8b9f649-fa39-45d2-bc10-634e3a48aab2" providerId="ADAL" clId="{40ABEF3A-460D-4681-97D8-E99F091DF0D0}" dt="2024-12-15T17:41:04.113" v="97" actId="26606"/>
          <ac:picMkLst>
            <pc:docMk/>
            <pc:sldMk cId="1385394448" sldId="256"/>
            <ac:picMk id="12" creationId="{FD52BB16-C6E8-D2ED-66E4-3185A34F1785}"/>
          </ac:picMkLst>
        </pc:picChg>
        <pc:picChg chg="add del">
          <ac:chgData name="PAZIENZA DOMENICO RUGGIERO PIO" userId="d8b9f649-fa39-45d2-bc10-634e3a48aab2" providerId="ADAL" clId="{40ABEF3A-460D-4681-97D8-E99F091DF0D0}" dt="2024-12-15T17:41:27.420" v="99" actId="26606"/>
          <ac:picMkLst>
            <pc:docMk/>
            <pc:sldMk cId="1385394448" sldId="256"/>
            <ac:picMk id="19" creationId="{8C91AC4E-9757-12E1-1384-08AA6168D3FF}"/>
          </ac:picMkLst>
        </pc:picChg>
        <pc:picChg chg="add del">
          <ac:chgData name="PAZIENZA DOMENICO RUGGIERO PIO" userId="d8b9f649-fa39-45d2-bc10-634e3a48aab2" providerId="ADAL" clId="{40ABEF3A-460D-4681-97D8-E99F091DF0D0}" dt="2024-12-15T17:44:26.486" v="189" actId="26606"/>
          <ac:picMkLst>
            <pc:docMk/>
            <pc:sldMk cId="1385394448" sldId="256"/>
            <ac:picMk id="20" creationId="{E4C958F7-9F85-D25D-2B62-DB092DE1EE50}"/>
          </ac:picMkLst>
        </pc:picChg>
        <pc:picChg chg="add del mod">
          <ac:chgData name="PAZIENZA DOMENICO RUGGIERO PIO" userId="d8b9f649-fa39-45d2-bc10-634e3a48aab2" providerId="ADAL" clId="{40ABEF3A-460D-4681-97D8-E99F091DF0D0}" dt="2024-12-15T17:43:27.884" v="173" actId="26606"/>
          <ac:picMkLst>
            <pc:docMk/>
            <pc:sldMk cId="1385394448" sldId="256"/>
            <ac:picMk id="22" creationId="{FD52BB16-C6E8-D2ED-66E4-3185A34F1785}"/>
          </ac:picMkLst>
        </pc:picChg>
        <pc:picChg chg="add del">
          <ac:chgData name="PAZIENZA DOMENICO RUGGIERO PIO" userId="d8b9f649-fa39-45d2-bc10-634e3a48aab2" providerId="ADAL" clId="{40ABEF3A-460D-4681-97D8-E99F091DF0D0}" dt="2024-12-15T17:44:33.486" v="191" actId="26606"/>
          <ac:picMkLst>
            <pc:docMk/>
            <pc:sldMk cId="1385394448" sldId="256"/>
            <ac:picMk id="25" creationId="{809C2080-3D54-4325-2371-C095D12476AE}"/>
          </ac:picMkLst>
        </pc:picChg>
        <pc:picChg chg="add del">
          <ac:chgData name="PAZIENZA DOMENICO RUGGIERO PIO" userId="d8b9f649-fa39-45d2-bc10-634e3a48aab2" providerId="ADAL" clId="{40ABEF3A-460D-4681-97D8-E99F091DF0D0}" dt="2024-12-15T17:44:35.333" v="195" actId="26606"/>
          <ac:picMkLst>
            <pc:docMk/>
            <pc:sldMk cId="1385394448" sldId="256"/>
            <ac:picMk id="30" creationId="{6E1C60D4-A089-A563-A4A7-DF525319AF8F}"/>
          </ac:picMkLst>
        </pc:picChg>
        <pc:picChg chg="add del">
          <ac:chgData name="PAZIENZA DOMENICO RUGGIERO PIO" userId="d8b9f649-fa39-45d2-bc10-634e3a48aab2" providerId="ADAL" clId="{40ABEF3A-460D-4681-97D8-E99F091DF0D0}" dt="2024-12-15T17:37:50.430" v="18" actId="26606"/>
          <ac:picMkLst>
            <pc:docMk/>
            <pc:sldMk cId="1385394448" sldId="256"/>
            <ac:picMk id="53" creationId="{831C4DDD-3579-AC9B-EA10-8088C214665F}"/>
          </ac:picMkLst>
        </pc:picChg>
        <pc:picChg chg="add del">
          <ac:chgData name="PAZIENZA DOMENICO RUGGIERO PIO" userId="d8b9f649-fa39-45d2-bc10-634e3a48aab2" providerId="ADAL" clId="{40ABEF3A-460D-4681-97D8-E99F091DF0D0}" dt="2024-12-15T17:37:51.443" v="22" actId="26606"/>
          <ac:picMkLst>
            <pc:docMk/>
            <pc:sldMk cId="1385394448" sldId="256"/>
            <ac:picMk id="61" creationId="{199A63F6-C7F2-EDCC-40F3-07AB216B9AB8}"/>
          </ac:picMkLst>
        </pc:picChg>
        <pc:picChg chg="add del mod">
          <ac:chgData name="PAZIENZA DOMENICO RUGGIERO PIO" userId="d8b9f649-fa39-45d2-bc10-634e3a48aab2" providerId="ADAL" clId="{40ABEF3A-460D-4681-97D8-E99F091DF0D0}" dt="2024-12-15T17:37:56.019" v="26" actId="26606"/>
          <ac:picMkLst>
            <pc:docMk/>
            <pc:sldMk cId="1385394448" sldId="256"/>
            <ac:picMk id="68" creationId="{831C4DDD-3579-AC9B-EA10-8088C214665F}"/>
          </ac:picMkLst>
        </pc:picChg>
        <pc:picChg chg="add del">
          <ac:chgData name="PAZIENZA DOMENICO RUGGIERO PIO" userId="d8b9f649-fa39-45d2-bc10-634e3a48aab2" providerId="ADAL" clId="{40ABEF3A-460D-4681-97D8-E99F091DF0D0}" dt="2024-12-15T17:37:57.243" v="30" actId="26606"/>
          <ac:picMkLst>
            <pc:docMk/>
            <pc:sldMk cId="1385394448" sldId="256"/>
            <ac:picMk id="76" creationId="{199A63F6-C7F2-EDCC-40F3-07AB216B9AB8}"/>
          </ac:picMkLst>
        </pc:picChg>
        <pc:picChg chg="add del">
          <ac:chgData name="PAZIENZA DOMENICO RUGGIERO PIO" userId="d8b9f649-fa39-45d2-bc10-634e3a48aab2" providerId="ADAL" clId="{40ABEF3A-460D-4681-97D8-E99F091DF0D0}" dt="2024-12-15T17:37:57.831" v="34" actId="26606"/>
          <ac:picMkLst>
            <pc:docMk/>
            <pc:sldMk cId="1385394448" sldId="256"/>
            <ac:picMk id="84" creationId="{7C8E8A0D-A033-E886-F82B-C51E601B36FE}"/>
          </ac:picMkLst>
        </pc:picChg>
        <pc:picChg chg="add del">
          <ac:chgData name="PAZIENZA DOMENICO RUGGIERO PIO" userId="d8b9f649-fa39-45d2-bc10-634e3a48aab2" providerId="ADAL" clId="{40ABEF3A-460D-4681-97D8-E99F091DF0D0}" dt="2024-12-15T17:37:59.700" v="36" actId="26606"/>
          <ac:picMkLst>
            <pc:docMk/>
            <pc:sldMk cId="1385394448" sldId="256"/>
            <ac:picMk id="94" creationId="{033A7978-FCA6-AACD-2001-239086527013}"/>
          </ac:picMkLst>
        </pc:picChg>
        <pc:picChg chg="add del">
          <ac:chgData name="PAZIENZA DOMENICO RUGGIERO PIO" userId="d8b9f649-fa39-45d2-bc10-634e3a48aab2" providerId="ADAL" clId="{40ABEF3A-460D-4681-97D8-E99F091DF0D0}" dt="2024-12-15T17:38:01.113" v="38" actId="26606"/>
          <ac:picMkLst>
            <pc:docMk/>
            <pc:sldMk cId="1385394448" sldId="256"/>
            <ac:picMk id="98" creationId="{BF84E0DC-A564-6C27-37AA-5BD972665136}"/>
          </ac:picMkLst>
        </pc:picChg>
        <pc:picChg chg="add del">
          <ac:chgData name="PAZIENZA DOMENICO RUGGIERO PIO" userId="d8b9f649-fa39-45d2-bc10-634e3a48aab2" providerId="ADAL" clId="{40ABEF3A-460D-4681-97D8-E99F091DF0D0}" dt="2024-12-15T17:38:25.276" v="40" actId="26606"/>
          <ac:picMkLst>
            <pc:docMk/>
            <pc:sldMk cId="1385394448" sldId="256"/>
            <ac:picMk id="103" creationId="{866294DE-20CB-AF32-3A41-7957F14DA179}"/>
          </ac:picMkLst>
        </pc:picChg>
        <pc:picChg chg="add del mod">
          <ac:chgData name="PAZIENZA DOMENICO RUGGIERO PIO" userId="d8b9f649-fa39-45d2-bc10-634e3a48aab2" providerId="ADAL" clId="{40ABEF3A-460D-4681-97D8-E99F091DF0D0}" dt="2024-12-15T17:40:42.772" v="91" actId="26606"/>
          <ac:picMkLst>
            <pc:docMk/>
            <pc:sldMk cId="1385394448" sldId="256"/>
            <ac:picMk id="110" creationId="{199A63F6-C7F2-EDCC-40F3-07AB216B9AB8}"/>
          </ac:picMkLst>
        </pc:picChg>
        <pc:picChg chg="add del">
          <ac:chgData name="PAZIENZA DOMENICO RUGGIERO PIO" userId="d8b9f649-fa39-45d2-bc10-634e3a48aab2" providerId="ADAL" clId="{40ABEF3A-460D-4681-97D8-E99F091DF0D0}" dt="2024-12-15T17:44:36.483" v="197" actId="26606"/>
          <ac:picMkLst>
            <pc:docMk/>
            <pc:sldMk cId="1385394448" sldId="256"/>
            <ac:picMk id="116" creationId="{B2EC7FC3-0048-715F-F53B-636724B143F4}"/>
          </ac:picMkLst>
        </pc:picChg>
        <pc:picChg chg="add del">
          <ac:chgData name="PAZIENZA DOMENICO RUGGIERO PIO" userId="d8b9f649-fa39-45d2-bc10-634e3a48aab2" providerId="ADAL" clId="{40ABEF3A-460D-4681-97D8-E99F091DF0D0}" dt="2024-12-15T17:44:37.666" v="199" actId="26606"/>
          <ac:picMkLst>
            <pc:docMk/>
            <pc:sldMk cId="1385394448" sldId="256"/>
            <ac:picMk id="119" creationId="{DAE9D123-9969-B76D-DA9E-829011634C83}"/>
          </ac:picMkLst>
        </pc:picChg>
        <pc:picChg chg="add mod ord">
          <ac:chgData name="PAZIENZA DOMENICO RUGGIERO PIO" userId="d8b9f649-fa39-45d2-bc10-634e3a48aab2" providerId="ADAL" clId="{40ABEF3A-460D-4681-97D8-E99F091DF0D0}" dt="2024-12-15T17:52:54.225" v="217" actId="26606"/>
          <ac:picMkLst>
            <pc:docMk/>
            <pc:sldMk cId="1385394448" sldId="256"/>
            <ac:picMk id="121" creationId="{FB59E3DE-60F7-F762-B1A9-709E698F1F27}"/>
          </ac:picMkLst>
        </pc:picChg>
        <pc:picChg chg="add del">
          <ac:chgData name="PAZIENZA DOMENICO RUGGIERO PIO" userId="d8b9f649-fa39-45d2-bc10-634e3a48aab2" providerId="ADAL" clId="{40ABEF3A-460D-4681-97D8-E99F091DF0D0}" dt="2024-12-15T17:44:38.602" v="201" actId="26606"/>
          <ac:picMkLst>
            <pc:docMk/>
            <pc:sldMk cId="1385394448" sldId="256"/>
            <ac:picMk id="123" creationId="{7B9DFEEA-F9C2-F58F-1046-3F3C4E53CD1E}"/>
          </ac:picMkLst>
        </pc:picChg>
        <pc:picChg chg="add del">
          <ac:chgData name="PAZIENZA DOMENICO RUGGIERO PIO" userId="d8b9f649-fa39-45d2-bc10-634e3a48aab2" providerId="ADAL" clId="{40ABEF3A-460D-4681-97D8-E99F091DF0D0}" dt="2024-12-15T17:44:44.290" v="203" actId="26606"/>
          <ac:picMkLst>
            <pc:docMk/>
            <pc:sldMk cId="1385394448" sldId="256"/>
            <ac:picMk id="130" creationId="{F052B4AA-3AFD-B3FA-2775-881771DC5268}"/>
          </ac:picMkLst>
        </pc:picChg>
        <pc:picChg chg="add del">
          <ac:chgData name="PAZIENZA DOMENICO RUGGIERO PIO" userId="d8b9f649-fa39-45d2-bc10-634e3a48aab2" providerId="ADAL" clId="{40ABEF3A-460D-4681-97D8-E99F091DF0D0}" dt="2024-12-15T17:44:46.538" v="205" actId="26606"/>
          <ac:picMkLst>
            <pc:docMk/>
            <pc:sldMk cId="1385394448" sldId="256"/>
            <ac:picMk id="156" creationId="{CFD1703B-4851-2A73-1E09-63B3DADDD1F2}"/>
          </ac:picMkLst>
        </pc:picChg>
        <pc:picChg chg="add mod ord">
          <ac:chgData name="PAZIENZA DOMENICO RUGGIERO PIO" userId="d8b9f649-fa39-45d2-bc10-634e3a48aab2" providerId="ADAL" clId="{40ABEF3A-460D-4681-97D8-E99F091DF0D0}" dt="2024-12-15T17:53:09.810" v="220" actId="26606"/>
          <ac:picMkLst>
            <pc:docMk/>
            <pc:sldMk cId="1385394448" sldId="256"/>
            <ac:picMk id="158" creationId="{055D9DED-E9F5-0556-6550-C980E5B990D8}"/>
          </ac:picMkLst>
        </pc:picChg>
        <pc:picChg chg="add del">
          <ac:chgData name="PAZIENZA DOMENICO RUGGIERO PIO" userId="d8b9f649-fa39-45d2-bc10-634e3a48aab2" providerId="ADAL" clId="{40ABEF3A-460D-4681-97D8-E99F091DF0D0}" dt="2024-12-15T17:45:02.239" v="207" actId="26606"/>
          <ac:picMkLst>
            <pc:docMk/>
            <pc:sldMk cId="1385394448" sldId="256"/>
            <ac:picMk id="160" creationId="{9FED199D-36A0-0CAB-EB5F-4C92982A05B1}"/>
          </ac:picMkLst>
        </pc:picChg>
        <pc:picChg chg="add del">
          <ac:chgData name="PAZIENZA DOMENICO RUGGIERO PIO" userId="d8b9f649-fa39-45d2-bc10-634e3a48aab2" providerId="ADAL" clId="{40ABEF3A-460D-4681-97D8-E99F091DF0D0}" dt="2024-12-15T17:51:11.195" v="209" actId="26606"/>
          <ac:picMkLst>
            <pc:docMk/>
            <pc:sldMk cId="1385394448" sldId="256"/>
            <ac:picMk id="164" creationId="{0D9A078F-EE91-5620-62EC-F6567932CF32}"/>
          </ac:picMkLst>
        </pc:picChg>
        <pc:cxnChg chg="add del">
          <ac:chgData name="PAZIENZA DOMENICO RUGGIERO PIO" userId="d8b9f649-fa39-45d2-bc10-634e3a48aab2" providerId="ADAL" clId="{40ABEF3A-460D-4681-97D8-E99F091DF0D0}" dt="2024-12-15T17:44:35.333" v="195" actId="26606"/>
          <ac:cxnSpMkLst>
            <pc:docMk/>
            <pc:sldMk cId="1385394448" sldId="256"/>
            <ac:cxnSpMk id="31" creationId="{D28A9C89-B313-458F-9C85-515930A51A93}"/>
          </ac:cxnSpMkLst>
        </pc:cxnChg>
        <pc:cxnChg chg="add del">
          <ac:chgData name="PAZIENZA DOMENICO RUGGIERO PIO" userId="d8b9f649-fa39-45d2-bc10-634e3a48aab2" providerId="ADAL" clId="{40ABEF3A-460D-4681-97D8-E99F091DF0D0}" dt="2024-12-15T17:37:59.700" v="36" actId="26606"/>
          <ac:cxnSpMkLst>
            <pc:docMk/>
            <pc:sldMk cId="1385394448" sldId="256"/>
            <ac:cxnSpMk id="95" creationId="{6B5C80BC-C547-4FD8-9B68-6A9207F08580}"/>
          </ac:cxnSpMkLst>
        </pc:cxnChg>
        <pc:cxnChg chg="add del">
          <ac:chgData name="PAZIENZA DOMENICO RUGGIERO PIO" userId="d8b9f649-fa39-45d2-bc10-634e3a48aab2" providerId="ADAL" clId="{40ABEF3A-460D-4681-97D8-E99F091DF0D0}" dt="2024-12-15T17:44:37.666" v="199" actId="26606"/>
          <ac:cxnSpMkLst>
            <pc:docMk/>
            <pc:sldMk cId="1385394448" sldId="256"/>
            <ac:cxnSpMk id="120" creationId="{C5E74535-9C0E-4211-B088-610AD56262A4}"/>
          </ac:cxnSpMkLst>
        </pc:cxnChg>
      </pc:sldChg>
      <pc:sldChg chg="addSp delSp modSp new del mod setBg">
        <pc:chgData name="PAZIENZA DOMENICO RUGGIERO PIO" userId="d8b9f649-fa39-45d2-bc10-634e3a48aab2" providerId="ADAL" clId="{40ABEF3A-460D-4681-97D8-E99F091DF0D0}" dt="2024-12-15T17:43:19.322" v="159" actId="680"/>
        <pc:sldMkLst>
          <pc:docMk/>
          <pc:sldMk cId="141730769" sldId="257"/>
        </pc:sldMkLst>
        <pc:spChg chg="mod">
          <ac:chgData name="PAZIENZA DOMENICO RUGGIERO PIO" userId="d8b9f649-fa39-45d2-bc10-634e3a48aab2" providerId="ADAL" clId="{40ABEF3A-460D-4681-97D8-E99F091DF0D0}" dt="2024-12-15T17:43:19.031" v="158"/>
          <ac:spMkLst>
            <pc:docMk/>
            <pc:sldMk cId="141730769" sldId="257"/>
            <ac:spMk id="2" creationId="{68413CB5-6651-1470-7071-EDBB29E691A4}"/>
          </ac:spMkLst>
        </pc:spChg>
        <pc:spChg chg="add del mod">
          <ac:chgData name="PAZIENZA DOMENICO RUGGIERO PIO" userId="d8b9f649-fa39-45d2-bc10-634e3a48aab2" providerId="ADAL" clId="{40ABEF3A-460D-4681-97D8-E99F091DF0D0}" dt="2024-12-15T17:43:18.594" v="156"/>
          <ac:spMkLst>
            <pc:docMk/>
            <pc:sldMk cId="141730769" sldId="257"/>
            <ac:spMk id="3" creationId="{822C7D63-3F55-EC65-A01D-1B82C9F0F5B4}"/>
          </ac:spMkLst>
        </pc:spChg>
        <pc:spChg chg="add del">
          <ac:chgData name="PAZIENZA DOMENICO RUGGIERO PIO" userId="d8b9f649-fa39-45d2-bc10-634e3a48aab2" providerId="ADAL" clId="{40ABEF3A-460D-4681-97D8-E99F091DF0D0}" dt="2024-12-15T17:43:16.928" v="153" actId="26606"/>
          <ac:spMkLst>
            <pc:docMk/>
            <pc:sldMk cId="141730769" sldId="257"/>
            <ac:spMk id="8" creationId="{A5931BE0-4B93-4D6C-878E-ACC59D6B4587}"/>
          </ac:spMkLst>
        </pc:spChg>
        <pc:spChg chg="add del">
          <ac:chgData name="PAZIENZA DOMENICO RUGGIERO PIO" userId="d8b9f649-fa39-45d2-bc10-634e3a48aab2" providerId="ADAL" clId="{40ABEF3A-460D-4681-97D8-E99F091DF0D0}" dt="2024-12-15T17:43:08.299" v="146" actId="26606"/>
          <ac:spMkLst>
            <pc:docMk/>
            <pc:sldMk cId="141730769" sldId="257"/>
            <ac:spMk id="9" creationId="{60B7752B-728D-4CA3-8923-C4F7F77029E3}"/>
          </ac:spMkLst>
        </pc:spChg>
        <pc:spChg chg="add del">
          <ac:chgData name="PAZIENZA DOMENICO RUGGIERO PIO" userId="d8b9f649-fa39-45d2-bc10-634e3a48aab2" providerId="ADAL" clId="{40ABEF3A-460D-4681-97D8-E99F091DF0D0}" dt="2024-12-15T17:43:16.928" v="153" actId="26606"/>
          <ac:spMkLst>
            <pc:docMk/>
            <pc:sldMk cId="141730769" sldId="257"/>
            <ac:spMk id="10" creationId="{6959C3E7-D59B-44C4-9BBD-3BC2A41A0CB1}"/>
          </ac:spMkLst>
        </pc:spChg>
        <pc:spChg chg="add del">
          <ac:chgData name="PAZIENZA DOMENICO RUGGIERO PIO" userId="d8b9f649-fa39-45d2-bc10-634e3a48aab2" providerId="ADAL" clId="{40ABEF3A-460D-4681-97D8-E99F091DF0D0}" dt="2024-12-15T17:43:08.299" v="146" actId="26606"/>
          <ac:spMkLst>
            <pc:docMk/>
            <pc:sldMk cId="141730769" sldId="257"/>
            <ac:spMk id="15" creationId="{52D58DC7-20C8-4471-BAA7-B296A2AEC3F6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16" creationId="{A0DAEA90-11E9-4069-BC2C-6F65C6C1C3E8}"/>
          </ac:spMkLst>
        </pc:spChg>
        <pc:spChg chg="add del">
          <ac:chgData name="PAZIENZA DOMENICO RUGGIERO PIO" userId="d8b9f649-fa39-45d2-bc10-634e3a48aab2" providerId="ADAL" clId="{40ABEF3A-460D-4681-97D8-E99F091DF0D0}" dt="2024-12-15T17:43:08.299" v="146" actId="26606"/>
          <ac:spMkLst>
            <pc:docMk/>
            <pc:sldMk cId="141730769" sldId="257"/>
            <ac:spMk id="17" creationId="{8E4AABAC-100B-437F-86D3-981412859411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18" creationId="{E0E8189B-747E-48AE-99A9-1BEE68012551}"/>
          </ac:spMkLst>
        </pc:spChg>
        <pc:spChg chg="add del">
          <ac:chgData name="PAZIENZA DOMENICO RUGGIERO PIO" userId="d8b9f649-fa39-45d2-bc10-634e3a48aab2" providerId="ADAL" clId="{40ABEF3A-460D-4681-97D8-E99F091DF0D0}" dt="2024-12-15T17:43:08.299" v="146" actId="26606"/>
          <ac:spMkLst>
            <pc:docMk/>
            <pc:sldMk cId="141730769" sldId="257"/>
            <ac:spMk id="19" creationId="{1DFD33E0-4D46-4176-BAE2-6AED15231C59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20" creationId="{D9DE43D0-73AC-46B4-A39F-E66967A1F9B4}"/>
          </ac:spMkLst>
        </pc:spChg>
        <pc:spChg chg="add del">
          <ac:chgData name="PAZIENZA DOMENICO RUGGIERO PIO" userId="d8b9f649-fa39-45d2-bc10-634e3a48aab2" providerId="ADAL" clId="{40ABEF3A-460D-4681-97D8-E99F091DF0D0}" dt="2024-12-15T17:43:08.299" v="146" actId="26606"/>
          <ac:spMkLst>
            <pc:docMk/>
            <pc:sldMk cId="141730769" sldId="257"/>
            <ac:spMk id="21" creationId="{022B5D87-7689-4E7F-B03A-7F803B5DF799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22" creationId="{803C343E-7EAC-4512-955A-33B1833F2D76}"/>
          </ac:spMkLst>
        </pc:spChg>
        <pc:spChg chg="add del">
          <ac:chgData name="PAZIENZA DOMENICO RUGGIERO PIO" userId="d8b9f649-fa39-45d2-bc10-634e3a48aab2" providerId="ADAL" clId="{40ABEF3A-460D-4681-97D8-E99F091DF0D0}" dt="2024-12-15T17:43:10.399" v="149" actId="26606"/>
          <ac:spMkLst>
            <pc:docMk/>
            <pc:sldMk cId="141730769" sldId="257"/>
            <ac:spMk id="23" creationId="{A5931BE0-4B93-4D6C-878E-ACC59D6B4587}"/>
          </ac:spMkLst>
        </pc:spChg>
        <pc:spChg chg="add del">
          <ac:chgData name="PAZIENZA DOMENICO RUGGIERO PIO" userId="d8b9f649-fa39-45d2-bc10-634e3a48aab2" providerId="ADAL" clId="{40ABEF3A-460D-4681-97D8-E99F091DF0D0}" dt="2024-12-15T17:43:10.399" v="149" actId="26606"/>
          <ac:spMkLst>
            <pc:docMk/>
            <pc:sldMk cId="141730769" sldId="257"/>
            <ac:spMk id="24" creationId="{DE950493-A53F-4D4C-9157-A238C4B2A731}"/>
          </ac:spMkLst>
        </pc:spChg>
        <pc:spChg chg="add del mod">
          <ac:chgData name="PAZIENZA DOMENICO RUGGIERO PIO" userId="d8b9f649-fa39-45d2-bc10-634e3a48aab2" providerId="ADAL" clId="{40ABEF3A-460D-4681-97D8-E99F091DF0D0}" dt="2024-12-15T17:43:10.399" v="149" actId="26606"/>
          <ac:spMkLst>
            <pc:docMk/>
            <pc:sldMk cId="141730769" sldId="257"/>
            <ac:spMk id="25" creationId="{822C7D63-3F55-EC65-A01D-1B82C9F0F5B4}"/>
          </ac:spMkLst>
        </pc:spChg>
        <pc:spChg chg="add del">
          <ac:chgData name="PAZIENZA DOMENICO RUGGIERO PIO" userId="d8b9f649-fa39-45d2-bc10-634e3a48aab2" providerId="ADAL" clId="{40ABEF3A-460D-4681-97D8-E99F091DF0D0}" dt="2024-12-15T17:43:10.399" v="149" actId="26606"/>
          <ac:spMkLst>
            <pc:docMk/>
            <pc:sldMk cId="141730769" sldId="257"/>
            <ac:spMk id="29" creationId="{D20AE261-8977-4583-A036-88CC1CE1AEBF}"/>
          </ac:spMkLst>
        </pc:spChg>
        <pc:spChg chg="add del">
          <ac:chgData name="PAZIENZA DOMENICO RUGGIERO PIO" userId="d8b9f649-fa39-45d2-bc10-634e3a48aab2" providerId="ADAL" clId="{40ABEF3A-460D-4681-97D8-E99F091DF0D0}" dt="2024-12-15T17:43:16.928" v="153" actId="26606"/>
          <ac:spMkLst>
            <pc:docMk/>
            <pc:sldMk cId="141730769" sldId="257"/>
            <ac:spMk id="34" creationId="{822C7D63-3F55-EC65-A01D-1B82C9F0F5B4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36" creationId="{A5931BE0-4B93-4D6C-878E-ACC59D6B4587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37" creationId="{504E6BD3-B518-46A4-9CC0-30D09555230F}"/>
          </ac:spMkLst>
        </pc:spChg>
        <pc:spChg chg="add del">
          <ac:chgData name="PAZIENZA DOMENICO RUGGIERO PIO" userId="d8b9f649-fa39-45d2-bc10-634e3a48aab2" providerId="ADAL" clId="{40ABEF3A-460D-4681-97D8-E99F091DF0D0}" dt="2024-12-15T17:43:18.291" v="155" actId="26606"/>
          <ac:spMkLst>
            <pc:docMk/>
            <pc:sldMk cId="141730769" sldId="257"/>
            <ac:spMk id="41" creationId="{822C7D63-3F55-EC65-A01D-1B82C9F0F5B4}"/>
          </ac:spMkLst>
        </pc:spChg>
        <pc:grpChg chg="add del">
          <ac:chgData name="PAZIENZA DOMENICO RUGGIERO PIO" userId="d8b9f649-fa39-45d2-bc10-634e3a48aab2" providerId="ADAL" clId="{40ABEF3A-460D-4681-97D8-E99F091DF0D0}" dt="2024-12-15T17:43:08.299" v="146" actId="26606"/>
          <ac:grpSpMkLst>
            <pc:docMk/>
            <pc:sldMk cId="141730769" sldId="257"/>
            <ac:grpSpMk id="11" creationId="{20205E53-D75C-4F15-A4A3-21DA0826FCE9}"/>
          </ac:grpSpMkLst>
        </pc:grpChg>
        <pc:grpChg chg="add del">
          <ac:chgData name="PAZIENZA DOMENICO RUGGIERO PIO" userId="d8b9f649-fa39-45d2-bc10-634e3a48aab2" providerId="ADAL" clId="{40ABEF3A-460D-4681-97D8-E99F091DF0D0}" dt="2024-12-15T17:43:16.928" v="153" actId="26606"/>
          <ac:grpSpMkLst>
            <pc:docMk/>
            <pc:sldMk cId="141730769" sldId="257"/>
            <ac:grpSpMk id="12" creationId="{3654876B-FB01-4E58-9C9F-3D510011B13A}"/>
          </ac:grpSpMkLst>
        </pc:grpChg>
        <pc:grpChg chg="add del">
          <ac:chgData name="PAZIENZA DOMENICO RUGGIERO PIO" userId="d8b9f649-fa39-45d2-bc10-634e3a48aab2" providerId="ADAL" clId="{40ABEF3A-460D-4681-97D8-E99F091DF0D0}" dt="2024-12-15T17:43:10.399" v="149" actId="26606"/>
          <ac:grpSpMkLst>
            <pc:docMk/>
            <pc:sldMk cId="141730769" sldId="257"/>
            <ac:grpSpMk id="27" creationId="{FF1EAF9B-8869-450E-98BF-FD6EA6564B03}"/>
          </ac:grpSpMkLst>
        </pc:grpChg>
        <pc:grpChg chg="add del">
          <ac:chgData name="PAZIENZA DOMENICO RUGGIERO PIO" userId="d8b9f649-fa39-45d2-bc10-634e3a48aab2" providerId="ADAL" clId="{40ABEF3A-460D-4681-97D8-E99F091DF0D0}" dt="2024-12-15T17:43:18.291" v="155" actId="26606"/>
          <ac:grpSpMkLst>
            <pc:docMk/>
            <pc:sldMk cId="141730769" sldId="257"/>
            <ac:grpSpMk id="38" creationId="{A31FBE92-3FC2-48E4-874B-A5273A042528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7:43:08.299" v="146" actId="26606"/>
          <ac:graphicFrameMkLst>
            <pc:docMk/>
            <pc:sldMk cId="141730769" sldId="257"/>
            <ac:graphicFrameMk id="5" creationId="{C45E9F8D-3DCA-5AA5-8FDA-14F07A03E763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43:15.392" v="151" actId="26606"/>
          <ac:graphicFrameMkLst>
            <pc:docMk/>
            <pc:sldMk cId="141730769" sldId="257"/>
            <ac:graphicFrameMk id="31" creationId="{B5BCA931-13E9-854C-D809-77DF24A632A3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7:43:10.399" v="149" actId="26606"/>
          <ac:picMkLst>
            <pc:docMk/>
            <pc:sldMk cId="141730769" sldId="257"/>
            <ac:picMk id="26" creationId="{D1E40CCD-6445-505A-D37A-151B4B5A7D0B}"/>
          </ac:picMkLst>
        </pc:picChg>
      </pc:sldChg>
      <pc:sldChg chg="addSp modSp new del mod setBg">
        <pc:chgData name="PAZIENZA DOMENICO RUGGIERO PIO" userId="d8b9f649-fa39-45d2-bc10-634e3a48aab2" providerId="ADAL" clId="{40ABEF3A-460D-4681-97D8-E99F091DF0D0}" dt="2024-12-15T17:57:02.698" v="247" actId="47"/>
        <pc:sldMkLst>
          <pc:docMk/>
          <pc:sldMk cId="1033194623" sldId="257"/>
        </pc:sldMkLst>
        <pc:spChg chg="mod">
          <ac:chgData name="PAZIENZA DOMENICO RUGGIERO PIO" userId="d8b9f649-fa39-45d2-bc10-634e3a48aab2" providerId="ADAL" clId="{40ABEF3A-460D-4681-97D8-E99F091DF0D0}" dt="2024-12-15T17:56:59.417" v="246" actId="20577"/>
          <ac:spMkLst>
            <pc:docMk/>
            <pc:sldMk cId="1033194623" sldId="257"/>
            <ac:spMk id="2" creationId="{110AA105-3B81-AD3A-201F-C6183ECA3B91}"/>
          </ac:spMkLst>
        </pc:spChg>
        <pc:spChg chg="mod">
          <ac:chgData name="PAZIENZA DOMENICO RUGGIERO PIO" userId="d8b9f649-fa39-45d2-bc10-634e3a48aab2" providerId="ADAL" clId="{40ABEF3A-460D-4681-97D8-E99F091DF0D0}" dt="2024-12-15T17:54:58.824" v="234" actId="26606"/>
          <ac:spMkLst>
            <pc:docMk/>
            <pc:sldMk cId="1033194623" sldId="257"/>
            <ac:spMk id="3" creationId="{957AAF4B-636B-6230-2466-45F5C029DE61}"/>
          </ac:spMkLst>
        </pc:spChg>
        <pc:spChg chg="add">
          <ac:chgData name="PAZIENZA DOMENICO RUGGIERO PIO" userId="d8b9f649-fa39-45d2-bc10-634e3a48aab2" providerId="ADAL" clId="{40ABEF3A-460D-4681-97D8-E99F091DF0D0}" dt="2024-12-15T17:54:58.824" v="234" actId="26606"/>
          <ac:spMkLst>
            <pc:docMk/>
            <pc:sldMk cId="1033194623" sldId="257"/>
            <ac:spMk id="8" creationId="{B6CDA21F-E7AF-4C75-8395-33F58D5B0E45}"/>
          </ac:spMkLst>
        </pc:spChg>
        <pc:spChg chg="add">
          <ac:chgData name="PAZIENZA DOMENICO RUGGIERO PIO" userId="d8b9f649-fa39-45d2-bc10-634e3a48aab2" providerId="ADAL" clId="{40ABEF3A-460D-4681-97D8-E99F091DF0D0}" dt="2024-12-15T17:54:58.824" v="234" actId="26606"/>
          <ac:spMkLst>
            <pc:docMk/>
            <pc:sldMk cId="1033194623" sldId="257"/>
            <ac:spMk id="15" creationId="{D5B0017B-2ECA-49AF-B397-DC140825DF8D}"/>
          </ac:spMkLst>
        </pc:spChg>
        <pc:grpChg chg="add">
          <ac:chgData name="PAZIENZA DOMENICO RUGGIERO PIO" userId="d8b9f649-fa39-45d2-bc10-634e3a48aab2" providerId="ADAL" clId="{40ABEF3A-460D-4681-97D8-E99F091DF0D0}" dt="2024-12-15T17:54:58.824" v="234" actId="26606"/>
          <ac:grpSpMkLst>
            <pc:docMk/>
            <pc:sldMk cId="1033194623" sldId="257"/>
            <ac:grpSpMk id="10" creationId="{AE1C45F0-260A-458C-96ED-C1F6D2151219}"/>
          </ac:grpSpMkLst>
        </pc:grpChg>
        <pc:cxnChg chg="add">
          <ac:chgData name="PAZIENZA DOMENICO RUGGIERO PIO" userId="d8b9f649-fa39-45d2-bc10-634e3a48aab2" providerId="ADAL" clId="{40ABEF3A-460D-4681-97D8-E99F091DF0D0}" dt="2024-12-15T17:54:58.824" v="234" actId="26606"/>
          <ac:cxnSpMkLst>
            <pc:docMk/>
            <pc:sldMk cId="1033194623" sldId="257"/>
            <ac:cxnSpMk id="17" creationId="{6CF1BAF6-AD41-4082-B212-8A1F9A2E8779}"/>
          </ac:cxnSpMkLst>
        </pc:cxnChg>
      </pc:sldChg>
      <pc:sldChg chg="new del">
        <pc:chgData name="PAZIENZA DOMENICO RUGGIERO PIO" userId="d8b9f649-fa39-45d2-bc10-634e3a48aab2" providerId="ADAL" clId="{40ABEF3A-460D-4681-97D8-E99F091DF0D0}" dt="2024-12-15T17:52:53.408" v="216" actId="680"/>
        <pc:sldMkLst>
          <pc:docMk/>
          <pc:sldMk cId="2578920948" sldId="257"/>
        </pc:sldMkLst>
      </pc:sldChg>
      <pc:sldChg chg="modSp new del mod">
        <pc:chgData name="PAZIENZA DOMENICO RUGGIERO PIO" userId="d8b9f649-fa39-45d2-bc10-634e3a48aab2" providerId="ADAL" clId="{40ABEF3A-460D-4681-97D8-E99F091DF0D0}" dt="2024-12-15T17:44:26.219" v="188" actId="680"/>
        <pc:sldMkLst>
          <pc:docMk/>
          <pc:sldMk cId="3328963584" sldId="257"/>
        </pc:sldMkLst>
        <pc:spChg chg="mod">
          <ac:chgData name="PAZIENZA DOMENICO RUGGIERO PIO" userId="d8b9f649-fa39-45d2-bc10-634e3a48aab2" providerId="ADAL" clId="{40ABEF3A-460D-4681-97D8-E99F091DF0D0}" dt="2024-12-15T17:44:25.768" v="187"/>
          <ac:spMkLst>
            <pc:docMk/>
            <pc:sldMk cId="3328963584" sldId="257"/>
            <ac:spMk id="2" creationId="{C7E777B4-4DFF-202D-FE28-18ACE96DA994}"/>
          </ac:spMkLst>
        </pc:spChg>
        <pc:spChg chg="mod">
          <ac:chgData name="PAZIENZA DOMENICO RUGGIERO PIO" userId="d8b9f649-fa39-45d2-bc10-634e3a48aab2" providerId="ADAL" clId="{40ABEF3A-460D-4681-97D8-E99F091DF0D0}" dt="2024-12-15T17:44:25.084" v="186"/>
          <ac:spMkLst>
            <pc:docMk/>
            <pc:sldMk cId="3328963584" sldId="257"/>
            <ac:spMk id="3" creationId="{B1C67679-0E15-CE27-C0C9-B9405A06B533}"/>
          </ac:spMkLst>
        </pc:spChg>
      </pc:sldChg>
      <pc:sldChg chg="addSp delSp modSp new del mod setBg">
        <pc:chgData name="PAZIENZA DOMENICO RUGGIERO PIO" userId="d8b9f649-fa39-45d2-bc10-634e3a48aab2" providerId="ADAL" clId="{40ABEF3A-460D-4681-97D8-E99F091DF0D0}" dt="2024-12-15T17:40:40.899" v="87" actId="680"/>
        <pc:sldMkLst>
          <pc:docMk/>
          <pc:sldMk cId="3979936679" sldId="257"/>
        </pc:sldMkLst>
        <pc:spChg chg="mod">
          <ac:chgData name="PAZIENZA DOMENICO RUGGIERO PIO" userId="d8b9f649-fa39-45d2-bc10-634e3a48aab2" providerId="ADAL" clId="{40ABEF3A-460D-4681-97D8-E99F091DF0D0}" dt="2024-12-15T17:40:40.450" v="86"/>
          <ac:spMkLst>
            <pc:docMk/>
            <pc:sldMk cId="3979936679" sldId="257"/>
            <ac:spMk id="2" creationId="{4A391968-9A06-2390-AEE9-2E7BB1B070D4}"/>
          </ac:spMkLst>
        </pc:spChg>
        <pc:spChg chg="add del mod">
          <ac:chgData name="PAZIENZA DOMENICO RUGGIERO PIO" userId="d8b9f649-fa39-45d2-bc10-634e3a48aab2" providerId="ADAL" clId="{40ABEF3A-460D-4681-97D8-E99F091DF0D0}" dt="2024-12-15T17:40:40.089" v="85"/>
          <ac:spMkLst>
            <pc:docMk/>
            <pc:sldMk cId="3979936679" sldId="257"/>
            <ac:spMk id="3" creationId="{6F6B6944-900C-802D-5036-B28383A3069C}"/>
          </ac:spMkLst>
        </pc:spChg>
        <pc:spChg chg="add del">
          <ac:chgData name="PAZIENZA DOMENICO RUGGIERO PIO" userId="d8b9f649-fa39-45d2-bc10-634e3a48aab2" providerId="ADAL" clId="{40ABEF3A-460D-4681-97D8-E99F091DF0D0}" dt="2024-12-15T17:39:47.163" v="56" actId="26606"/>
          <ac:spMkLst>
            <pc:docMk/>
            <pc:sldMk cId="3979936679" sldId="257"/>
            <ac:spMk id="9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47.163" v="56" actId="26606"/>
          <ac:spMkLst>
            <pc:docMk/>
            <pc:sldMk cId="3979936679" sldId="257"/>
            <ac:spMk id="11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39:50.694" v="58" actId="26606"/>
          <ac:spMkLst>
            <pc:docMk/>
            <pc:sldMk cId="3979936679" sldId="257"/>
            <ac:spMk id="34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50.694" v="58" actId="26606"/>
          <ac:spMkLst>
            <pc:docMk/>
            <pc:sldMk cId="3979936679" sldId="257"/>
            <ac:spMk id="35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39:50.694" v="58" actId="26606"/>
          <ac:spMkLst>
            <pc:docMk/>
            <pc:sldMk cId="3979936679" sldId="257"/>
            <ac:spMk id="45" creationId="{6F6B6944-900C-802D-5036-B28383A3069C}"/>
          </ac:spMkLst>
        </pc:spChg>
        <pc:spChg chg="add del">
          <ac:chgData name="PAZIENZA DOMENICO RUGGIERO PIO" userId="d8b9f649-fa39-45d2-bc10-634e3a48aab2" providerId="ADAL" clId="{40ABEF3A-460D-4681-97D8-E99F091DF0D0}" dt="2024-12-15T17:39:52.561" v="60" actId="26606"/>
          <ac:spMkLst>
            <pc:docMk/>
            <pc:sldMk cId="3979936679" sldId="257"/>
            <ac:spMk id="57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52.561" v="60" actId="26606"/>
          <ac:spMkLst>
            <pc:docMk/>
            <pc:sldMk cId="3979936679" sldId="257"/>
            <ac:spMk id="58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39:54.610" v="62" actId="26606"/>
          <ac:spMkLst>
            <pc:docMk/>
            <pc:sldMk cId="3979936679" sldId="257"/>
            <ac:spMk id="63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54.610" v="62" actId="26606"/>
          <ac:spMkLst>
            <pc:docMk/>
            <pc:sldMk cId="3979936679" sldId="257"/>
            <ac:spMk id="64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39:57.042" v="64" actId="26606"/>
          <ac:spMkLst>
            <pc:docMk/>
            <pc:sldMk cId="3979936679" sldId="257"/>
            <ac:spMk id="85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57.042" v="64" actId="26606"/>
          <ac:spMkLst>
            <pc:docMk/>
            <pc:sldMk cId="3979936679" sldId="257"/>
            <ac:spMk id="86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39:57.727" v="66" actId="26606"/>
          <ac:spMkLst>
            <pc:docMk/>
            <pc:sldMk cId="3979936679" sldId="257"/>
            <ac:spMk id="91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39:57.727" v="66" actId="26606"/>
          <ac:spMkLst>
            <pc:docMk/>
            <pc:sldMk cId="3979936679" sldId="257"/>
            <ac:spMk id="92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40:00.360" v="68" actId="26606"/>
          <ac:spMkLst>
            <pc:docMk/>
            <pc:sldMk cId="3979936679" sldId="257"/>
            <ac:spMk id="113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40:00.360" v="68" actId="26606"/>
          <ac:spMkLst>
            <pc:docMk/>
            <pc:sldMk cId="3979936679" sldId="257"/>
            <ac:spMk id="114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40:01.759" v="70" actId="26606"/>
          <ac:spMkLst>
            <pc:docMk/>
            <pc:sldMk cId="3979936679" sldId="257"/>
            <ac:spMk id="119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40:01.759" v="70" actId="26606"/>
          <ac:spMkLst>
            <pc:docMk/>
            <pc:sldMk cId="3979936679" sldId="257"/>
            <ac:spMk id="120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40:03.812" v="72" actId="26606"/>
          <ac:spMkLst>
            <pc:docMk/>
            <pc:sldMk cId="3979936679" sldId="257"/>
            <ac:spMk id="141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40:03.812" v="72" actId="26606"/>
          <ac:spMkLst>
            <pc:docMk/>
            <pc:sldMk cId="3979936679" sldId="257"/>
            <ac:spMk id="142" creationId="{37962AE0-6A1C-4B76-9D52-10E5E6D7D3BB}"/>
          </ac:spMkLst>
        </pc:spChg>
        <pc:spChg chg="add del">
          <ac:chgData name="PAZIENZA DOMENICO RUGGIERO PIO" userId="d8b9f649-fa39-45d2-bc10-634e3a48aab2" providerId="ADAL" clId="{40ABEF3A-460D-4681-97D8-E99F091DF0D0}" dt="2024-12-15T17:40:39.752" v="84" actId="26606"/>
          <ac:spMkLst>
            <pc:docMk/>
            <pc:sldMk cId="3979936679" sldId="257"/>
            <ac:spMk id="147" creationId="{8651CFA9-6065-4243-AC48-858E359780B1}"/>
          </ac:spMkLst>
        </pc:spChg>
        <pc:spChg chg="add del">
          <ac:chgData name="PAZIENZA DOMENICO RUGGIERO PIO" userId="d8b9f649-fa39-45d2-bc10-634e3a48aab2" providerId="ADAL" clId="{40ABEF3A-460D-4681-97D8-E99F091DF0D0}" dt="2024-12-15T17:40:39.752" v="84" actId="26606"/>
          <ac:spMkLst>
            <pc:docMk/>
            <pc:sldMk cId="3979936679" sldId="257"/>
            <ac:spMk id="148" creationId="{37962AE0-6A1C-4B76-9D52-10E5E6D7D3BB}"/>
          </ac:spMkLst>
        </pc:spChg>
        <pc:grpChg chg="add del">
          <ac:chgData name="PAZIENZA DOMENICO RUGGIERO PIO" userId="d8b9f649-fa39-45d2-bc10-634e3a48aab2" providerId="ADAL" clId="{40ABEF3A-460D-4681-97D8-E99F091DF0D0}" dt="2024-12-15T17:39:47.163" v="56" actId="26606"/>
          <ac:grpSpMkLst>
            <pc:docMk/>
            <pc:sldMk cId="3979936679" sldId="257"/>
            <ac:grpSpMk id="13" creationId="{32D15CB3-AC64-41F7-86F8-22A111F3DC24}"/>
          </ac:grpSpMkLst>
        </pc:grpChg>
        <pc:grpChg chg="add del">
          <ac:chgData name="PAZIENZA DOMENICO RUGGIERO PIO" userId="d8b9f649-fa39-45d2-bc10-634e3a48aab2" providerId="ADAL" clId="{40ABEF3A-460D-4681-97D8-E99F091DF0D0}" dt="2024-12-15T17:39:47.163" v="56" actId="26606"/>
          <ac:grpSpMkLst>
            <pc:docMk/>
            <pc:sldMk cId="3979936679" sldId="257"/>
            <ac:grpSpMk id="23" creationId="{921D9B61-CDA2-49D1-82AA-534691496FE5}"/>
          </ac:grpSpMkLst>
        </pc:grpChg>
        <pc:grpChg chg="add del">
          <ac:chgData name="PAZIENZA DOMENICO RUGGIERO PIO" userId="d8b9f649-fa39-45d2-bc10-634e3a48aab2" providerId="ADAL" clId="{40ABEF3A-460D-4681-97D8-E99F091DF0D0}" dt="2024-12-15T17:39:50.694" v="58" actId="26606"/>
          <ac:grpSpMkLst>
            <pc:docMk/>
            <pc:sldMk cId="3979936679" sldId="257"/>
            <ac:grpSpMk id="36" creationId="{FADD1535-ED83-48B3-8EB1-671A080F0918}"/>
          </ac:grpSpMkLst>
        </pc:grpChg>
        <pc:grpChg chg="add del">
          <ac:chgData name="PAZIENZA DOMENICO RUGGIERO PIO" userId="d8b9f649-fa39-45d2-bc10-634e3a48aab2" providerId="ADAL" clId="{40ABEF3A-460D-4681-97D8-E99F091DF0D0}" dt="2024-12-15T17:39:50.694" v="58" actId="26606"/>
          <ac:grpSpMkLst>
            <pc:docMk/>
            <pc:sldMk cId="3979936679" sldId="257"/>
            <ac:grpSpMk id="47" creationId="{01081332-6CA1-49C2-A979-7709509AD165}"/>
          </ac:grpSpMkLst>
        </pc:grpChg>
        <pc:grpChg chg="add del">
          <ac:chgData name="PAZIENZA DOMENICO RUGGIERO PIO" userId="d8b9f649-fa39-45d2-bc10-634e3a48aab2" providerId="ADAL" clId="{40ABEF3A-460D-4681-97D8-E99F091DF0D0}" dt="2024-12-15T17:39:52.561" v="60" actId="26606"/>
          <ac:grpSpMkLst>
            <pc:docMk/>
            <pc:sldMk cId="3979936679" sldId="257"/>
            <ac:grpSpMk id="59" creationId="{F73EC8D8-C118-4A24-B3A2-F22636F209B4}"/>
          </ac:grpSpMkLst>
        </pc:grpChg>
        <pc:grpChg chg="add del">
          <ac:chgData name="PAZIENZA DOMENICO RUGGIERO PIO" userId="d8b9f649-fa39-45d2-bc10-634e3a48aab2" providerId="ADAL" clId="{40ABEF3A-460D-4681-97D8-E99F091DF0D0}" dt="2024-12-15T17:39:52.561" v="60" actId="26606"/>
          <ac:grpSpMkLst>
            <pc:docMk/>
            <pc:sldMk cId="3979936679" sldId="257"/>
            <ac:grpSpMk id="60" creationId="{3BA0B410-FA41-4CD6-A923-146E029BBB25}"/>
          </ac:grpSpMkLst>
        </pc:grpChg>
        <pc:grpChg chg="add del">
          <ac:chgData name="PAZIENZA DOMENICO RUGGIERO PIO" userId="d8b9f649-fa39-45d2-bc10-634e3a48aab2" providerId="ADAL" clId="{40ABEF3A-460D-4681-97D8-E99F091DF0D0}" dt="2024-12-15T17:39:54.610" v="62" actId="26606"/>
          <ac:grpSpMkLst>
            <pc:docMk/>
            <pc:sldMk cId="3979936679" sldId="257"/>
            <ac:grpSpMk id="65" creationId="{465E612B-616F-44E5-A649-F2B268BA35CC}"/>
          </ac:grpSpMkLst>
        </pc:grpChg>
        <pc:grpChg chg="add del">
          <ac:chgData name="PAZIENZA DOMENICO RUGGIERO PIO" userId="d8b9f649-fa39-45d2-bc10-634e3a48aab2" providerId="ADAL" clId="{40ABEF3A-460D-4681-97D8-E99F091DF0D0}" dt="2024-12-15T17:39:54.610" v="62" actId="26606"/>
          <ac:grpSpMkLst>
            <pc:docMk/>
            <pc:sldMk cId="3979936679" sldId="257"/>
            <ac:grpSpMk id="74" creationId="{ADB812D4-854E-4DD6-A613-797C10E75225}"/>
          </ac:grpSpMkLst>
        </pc:grpChg>
        <pc:grpChg chg="add del">
          <ac:chgData name="PAZIENZA DOMENICO RUGGIERO PIO" userId="d8b9f649-fa39-45d2-bc10-634e3a48aab2" providerId="ADAL" clId="{40ABEF3A-460D-4681-97D8-E99F091DF0D0}" dt="2024-12-15T17:39:57.042" v="64" actId="26606"/>
          <ac:grpSpMkLst>
            <pc:docMk/>
            <pc:sldMk cId="3979936679" sldId="257"/>
            <ac:grpSpMk id="87" creationId="{F73EC8D8-C118-4A24-B3A2-F22636F209B4}"/>
          </ac:grpSpMkLst>
        </pc:grpChg>
        <pc:grpChg chg="add del">
          <ac:chgData name="PAZIENZA DOMENICO RUGGIERO PIO" userId="d8b9f649-fa39-45d2-bc10-634e3a48aab2" providerId="ADAL" clId="{40ABEF3A-460D-4681-97D8-E99F091DF0D0}" dt="2024-12-15T17:39:57.042" v="64" actId="26606"/>
          <ac:grpSpMkLst>
            <pc:docMk/>
            <pc:sldMk cId="3979936679" sldId="257"/>
            <ac:grpSpMk id="88" creationId="{3BA0B410-FA41-4CD6-A923-146E029BBB25}"/>
          </ac:grpSpMkLst>
        </pc:grpChg>
        <pc:grpChg chg="add del">
          <ac:chgData name="PAZIENZA DOMENICO RUGGIERO PIO" userId="d8b9f649-fa39-45d2-bc10-634e3a48aab2" providerId="ADAL" clId="{40ABEF3A-460D-4681-97D8-E99F091DF0D0}" dt="2024-12-15T17:39:57.727" v="66" actId="26606"/>
          <ac:grpSpMkLst>
            <pc:docMk/>
            <pc:sldMk cId="3979936679" sldId="257"/>
            <ac:grpSpMk id="93" creationId="{32D15CB3-AC64-41F7-86F8-22A111F3DC24}"/>
          </ac:grpSpMkLst>
        </pc:grpChg>
        <pc:grpChg chg="add del">
          <ac:chgData name="PAZIENZA DOMENICO RUGGIERO PIO" userId="d8b9f649-fa39-45d2-bc10-634e3a48aab2" providerId="ADAL" clId="{40ABEF3A-460D-4681-97D8-E99F091DF0D0}" dt="2024-12-15T17:39:57.727" v="66" actId="26606"/>
          <ac:grpSpMkLst>
            <pc:docMk/>
            <pc:sldMk cId="3979936679" sldId="257"/>
            <ac:grpSpMk id="102" creationId="{921D9B61-CDA2-49D1-82AA-534691496FE5}"/>
          </ac:grpSpMkLst>
        </pc:grpChg>
        <pc:grpChg chg="add del">
          <ac:chgData name="PAZIENZA DOMENICO RUGGIERO PIO" userId="d8b9f649-fa39-45d2-bc10-634e3a48aab2" providerId="ADAL" clId="{40ABEF3A-460D-4681-97D8-E99F091DF0D0}" dt="2024-12-15T17:40:00.360" v="68" actId="26606"/>
          <ac:grpSpMkLst>
            <pc:docMk/>
            <pc:sldMk cId="3979936679" sldId="257"/>
            <ac:grpSpMk id="115" creationId="{F73EC8D8-C118-4A24-B3A2-F22636F209B4}"/>
          </ac:grpSpMkLst>
        </pc:grpChg>
        <pc:grpChg chg="add del">
          <ac:chgData name="PAZIENZA DOMENICO RUGGIERO PIO" userId="d8b9f649-fa39-45d2-bc10-634e3a48aab2" providerId="ADAL" clId="{40ABEF3A-460D-4681-97D8-E99F091DF0D0}" dt="2024-12-15T17:40:00.360" v="68" actId="26606"/>
          <ac:grpSpMkLst>
            <pc:docMk/>
            <pc:sldMk cId="3979936679" sldId="257"/>
            <ac:grpSpMk id="116" creationId="{3BA0B410-FA41-4CD6-A923-146E029BBB25}"/>
          </ac:grpSpMkLst>
        </pc:grpChg>
        <pc:grpChg chg="add del">
          <ac:chgData name="PAZIENZA DOMENICO RUGGIERO PIO" userId="d8b9f649-fa39-45d2-bc10-634e3a48aab2" providerId="ADAL" clId="{40ABEF3A-460D-4681-97D8-E99F091DF0D0}" dt="2024-12-15T17:40:01.759" v="70" actId="26606"/>
          <ac:grpSpMkLst>
            <pc:docMk/>
            <pc:sldMk cId="3979936679" sldId="257"/>
            <ac:grpSpMk id="121" creationId="{32D15CB3-AC64-41F7-86F8-22A111F3DC24}"/>
          </ac:grpSpMkLst>
        </pc:grpChg>
        <pc:grpChg chg="add del">
          <ac:chgData name="PAZIENZA DOMENICO RUGGIERO PIO" userId="d8b9f649-fa39-45d2-bc10-634e3a48aab2" providerId="ADAL" clId="{40ABEF3A-460D-4681-97D8-E99F091DF0D0}" dt="2024-12-15T17:40:01.759" v="70" actId="26606"/>
          <ac:grpSpMkLst>
            <pc:docMk/>
            <pc:sldMk cId="3979936679" sldId="257"/>
            <ac:grpSpMk id="130" creationId="{921D9B61-CDA2-49D1-82AA-534691496FE5}"/>
          </ac:grpSpMkLst>
        </pc:grpChg>
        <pc:grpChg chg="add del">
          <ac:chgData name="PAZIENZA DOMENICO RUGGIERO PIO" userId="d8b9f649-fa39-45d2-bc10-634e3a48aab2" providerId="ADAL" clId="{40ABEF3A-460D-4681-97D8-E99F091DF0D0}" dt="2024-12-15T17:40:03.812" v="72" actId="26606"/>
          <ac:grpSpMkLst>
            <pc:docMk/>
            <pc:sldMk cId="3979936679" sldId="257"/>
            <ac:grpSpMk id="143" creationId="{5E5536F2-BB10-4970-9C95-51CCDE8842AF}"/>
          </ac:grpSpMkLst>
        </pc:grpChg>
        <pc:grpChg chg="add del">
          <ac:chgData name="PAZIENZA DOMENICO RUGGIERO PIO" userId="d8b9f649-fa39-45d2-bc10-634e3a48aab2" providerId="ADAL" clId="{40ABEF3A-460D-4681-97D8-E99F091DF0D0}" dt="2024-12-15T17:40:03.812" v="72" actId="26606"/>
          <ac:grpSpMkLst>
            <pc:docMk/>
            <pc:sldMk cId="3979936679" sldId="257"/>
            <ac:grpSpMk id="144" creationId="{4E8659C6-7D51-4002-BCB2-0B4CA79E3FBE}"/>
          </ac:grpSpMkLst>
        </pc:grpChg>
        <pc:grpChg chg="add del">
          <ac:chgData name="PAZIENZA DOMENICO RUGGIERO PIO" userId="d8b9f649-fa39-45d2-bc10-634e3a48aab2" providerId="ADAL" clId="{40ABEF3A-460D-4681-97D8-E99F091DF0D0}" dt="2024-12-15T17:40:39.752" v="84" actId="26606"/>
          <ac:grpSpMkLst>
            <pc:docMk/>
            <pc:sldMk cId="3979936679" sldId="257"/>
            <ac:grpSpMk id="149" creationId="{32D15CB3-AC64-41F7-86F8-22A111F3DC24}"/>
          </ac:grpSpMkLst>
        </pc:grpChg>
        <pc:grpChg chg="add del">
          <ac:chgData name="PAZIENZA DOMENICO RUGGIERO PIO" userId="d8b9f649-fa39-45d2-bc10-634e3a48aab2" providerId="ADAL" clId="{40ABEF3A-460D-4681-97D8-E99F091DF0D0}" dt="2024-12-15T17:40:39.752" v="84" actId="26606"/>
          <ac:grpSpMkLst>
            <pc:docMk/>
            <pc:sldMk cId="3979936679" sldId="257"/>
            <ac:grpSpMk id="158" creationId="{921D9B61-CDA2-49D1-82AA-534691496FE5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7:39:47.163" v="56" actId="26606"/>
          <ac:graphicFrameMkLst>
            <pc:docMk/>
            <pc:sldMk cId="3979936679" sldId="257"/>
            <ac:graphicFrameMk id="5" creationId="{1EDE5EFF-E65D-A67C-F9B8-E570A354F2C0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39:52.561" v="60" actId="26606"/>
          <ac:graphicFrameMkLst>
            <pc:docMk/>
            <pc:sldMk cId="3979936679" sldId="257"/>
            <ac:graphicFrameMk id="61" creationId="{8C606712-F6CC-A109-DCC1-05B4A4622387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39:54.610" v="62" actId="26606"/>
          <ac:graphicFrameMkLst>
            <pc:docMk/>
            <pc:sldMk cId="3979936679" sldId="257"/>
            <ac:graphicFrameMk id="83" creationId="{CE37DB6E-B836-1C04-EC51-44BA21706BA3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39:57.042" v="64" actId="26606"/>
          <ac:graphicFrameMkLst>
            <pc:docMk/>
            <pc:sldMk cId="3979936679" sldId="257"/>
            <ac:graphicFrameMk id="89" creationId="{76A0D13B-821F-EB96-FD28-5B3AE477134C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39:57.727" v="66" actId="26606"/>
          <ac:graphicFrameMkLst>
            <pc:docMk/>
            <pc:sldMk cId="3979936679" sldId="257"/>
            <ac:graphicFrameMk id="111" creationId="{FEB299B3-1721-A157-DB00-4708CA32E13A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40:00.360" v="68" actId="26606"/>
          <ac:graphicFrameMkLst>
            <pc:docMk/>
            <pc:sldMk cId="3979936679" sldId="257"/>
            <ac:graphicFrameMk id="117" creationId="{76A0D13B-821F-EB96-FD28-5B3AE477134C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40:01.759" v="70" actId="26606"/>
          <ac:graphicFrameMkLst>
            <pc:docMk/>
            <pc:sldMk cId="3979936679" sldId="257"/>
            <ac:graphicFrameMk id="139" creationId="{FEB299B3-1721-A157-DB00-4708CA32E13A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40:03.812" v="72" actId="26606"/>
          <ac:graphicFrameMkLst>
            <pc:docMk/>
            <pc:sldMk cId="3979936679" sldId="257"/>
            <ac:graphicFrameMk id="145" creationId="{5CE493D6-B0B9-2383-8CDC-E87672CA614A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7:40:39.752" v="84" actId="26606"/>
          <ac:graphicFrameMkLst>
            <pc:docMk/>
            <pc:sldMk cId="3979936679" sldId="257"/>
            <ac:graphicFrameMk id="167" creationId="{1EDE5EFF-E65D-A67C-F9B8-E570A354F2C0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7:39:50.694" v="58" actId="26606"/>
          <ac:picMkLst>
            <pc:docMk/>
            <pc:sldMk cId="3979936679" sldId="257"/>
            <ac:picMk id="46" creationId="{BE4D56A4-DD3E-9511-E856-1D1A61D50D28}"/>
          </ac:picMkLst>
        </pc:picChg>
      </pc:sldChg>
      <pc:sldChg chg="addSp delSp modSp new mod setBg">
        <pc:chgData name="PAZIENZA DOMENICO RUGGIERO PIO" userId="d8b9f649-fa39-45d2-bc10-634e3a48aab2" providerId="ADAL" clId="{40ABEF3A-460D-4681-97D8-E99F091DF0D0}" dt="2024-12-15T17:58:36.355" v="283" actId="26606"/>
        <pc:sldMkLst>
          <pc:docMk/>
          <pc:sldMk cId="1156763942" sldId="258"/>
        </pc:sldMkLst>
        <pc:spChg chg="mod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2" creationId="{3A2C72D1-2D4E-1965-A8A2-885E0E8276D4}"/>
          </ac:spMkLst>
        </pc:spChg>
        <pc:spChg chg="mod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3" creationId="{1CECF191-7110-2810-AE9D-E3422975AE9B}"/>
          </ac:spMkLst>
        </pc:spChg>
        <pc:spChg chg="add">
          <ac:chgData name="PAZIENZA DOMENICO RUGGIERO PIO" userId="d8b9f649-fa39-45d2-bc10-634e3a48aab2" providerId="ADAL" clId="{40ABEF3A-460D-4681-97D8-E99F091DF0D0}" dt="2024-12-15T17:55:13.364" v="239"/>
          <ac:spMkLst>
            <pc:docMk/>
            <pc:sldMk cId="1156763942" sldId="258"/>
            <ac:spMk id="4" creationId="{87AE440E-6911-FA08-7665-9113F4DCDC75}"/>
          </ac:spMkLst>
        </pc:spChg>
        <pc:spChg chg="add">
          <ac:chgData name="PAZIENZA DOMENICO RUGGIERO PIO" userId="d8b9f649-fa39-45d2-bc10-634e3a48aab2" providerId="ADAL" clId="{40ABEF3A-460D-4681-97D8-E99F091DF0D0}" dt="2024-12-15T17:55:13.364" v="239"/>
          <ac:spMkLst>
            <pc:docMk/>
            <pc:sldMk cId="1156763942" sldId="258"/>
            <ac:spMk id="5" creationId="{ED1F407C-94BC-9E00-A11B-8F07125F1F22}"/>
          </ac:spMkLst>
        </pc:spChg>
        <pc:spChg chg="add">
          <ac:chgData name="PAZIENZA DOMENICO RUGGIERO PIO" userId="d8b9f649-fa39-45d2-bc10-634e3a48aab2" providerId="ADAL" clId="{40ABEF3A-460D-4681-97D8-E99F091DF0D0}" dt="2024-12-15T17:55:13.364" v="239"/>
          <ac:spMkLst>
            <pc:docMk/>
            <pc:sldMk cId="1156763942" sldId="258"/>
            <ac:spMk id="6" creationId="{AC3E33D6-D1D5-BFA0-7379-76A8F03D244F}"/>
          </ac:spMkLst>
        </pc:spChg>
        <pc:spChg chg="add del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9" creationId="{C0763A76-9F1C-4FC5-82B7-DD475DA461B2}"/>
          </ac:spMkLst>
        </pc:spChg>
        <pc:spChg chg="add del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11" creationId="{E81BF4F6-F2CF-4984-9D14-D6966D92F99F}"/>
          </ac:spMkLst>
        </pc:spChg>
        <pc:spChg chg="add del">
          <ac:chgData name="PAZIENZA DOMENICO RUGGIERO PIO" userId="d8b9f649-fa39-45d2-bc10-634e3a48aab2" providerId="ADAL" clId="{40ABEF3A-460D-4681-97D8-E99F091DF0D0}" dt="2024-12-15T17:58:32.130" v="280" actId="26606"/>
          <ac:spMkLst>
            <pc:docMk/>
            <pc:sldMk cId="1156763942" sldId="258"/>
            <ac:spMk id="16" creationId="{04812C46-200A-4DEB-A05E-3ED6C68C2387}"/>
          </ac:spMkLst>
        </pc:spChg>
        <pc:spChg chg="add del">
          <ac:chgData name="PAZIENZA DOMENICO RUGGIERO PIO" userId="d8b9f649-fa39-45d2-bc10-634e3a48aab2" providerId="ADAL" clId="{40ABEF3A-460D-4681-97D8-E99F091DF0D0}" dt="2024-12-15T17:58:32.130" v="280" actId="26606"/>
          <ac:spMkLst>
            <pc:docMk/>
            <pc:sldMk cId="1156763942" sldId="258"/>
            <ac:spMk id="18" creationId="{D1EA859B-E555-4109-94F3-6700E046E008}"/>
          </ac:spMkLst>
        </pc:spChg>
        <pc:spChg chg="add del">
          <ac:chgData name="PAZIENZA DOMENICO RUGGIERO PIO" userId="d8b9f649-fa39-45d2-bc10-634e3a48aab2" providerId="ADAL" clId="{40ABEF3A-460D-4681-97D8-E99F091DF0D0}" dt="2024-12-15T17:58:36.348" v="282" actId="26606"/>
          <ac:spMkLst>
            <pc:docMk/>
            <pc:sldMk cId="1156763942" sldId="258"/>
            <ac:spMk id="20" creationId="{D009D6D5-DAC2-4A8B-A17A-E206B9012D09}"/>
          </ac:spMkLst>
        </pc:spChg>
        <pc:spChg chg="add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22" creationId="{F13C74B1-5B17-4795-BED0-7140497B445A}"/>
          </ac:spMkLst>
        </pc:spChg>
        <pc:spChg chg="add">
          <ac:chgData name="PAZIENZA DOMENICO RUGGIERO PIO" userId="d8b9f649-fa39-45d2-bc10-634e3a48aab2" providerId="ADAL" clId="{40ABEF3A-460D-4681-97D8-E99F091DF0D0}" dt="2024-12-15T17:58:36.355" v="283" actId="26606"/>
          <ac:spMkLst>
            <pc:docMk/>
            <pc:sldMk cId="1156763942" sldId="258"/>
            <ac:spMk id="23" creationId="{D4974D33-8DC5-464E-8C6D-BE58F0669C17}"/>
          </ac:spMkLst>
        </pc:spChg>
        <pc:picChg chg="add del mod ord">
          <ac:chgData name="PAZIENZA DOMENICO RUGGIERO PIO" userId="d8b9f649-fa39-45d2-bc10-634e3a48aab2" providerId="ADAL" clId="{40ABEF3A-460D-4681-97D8-E99F091DF0D0}" dt="2024-12-15T17:58:36.355" v="283" actId="26606"/>
          <ac:picMkLst>
            <pc:docMk/>
            <pc:sldMk cId="1156763942" sldId="258"/>
            <ac:picMk id="7" creationId="{CB6FB389-1A9B-1B6E-D5FE-4428A22716E8}"/>
          </ac:picMkLst>
        </pc:picChg>
      </pc:sldChg>
      <pc:sldChg chg="modSp new del mod">
        <pc:chgData name="PAZIENZA DOMENICO RUGGIERO PIO" userId="d8b9f649-fa39-45d2-bc10-634e3a48aab2" providerId="ADAL" clId="{40ABEF3A-460D-4681-97D8-E99F091DF0D0}" dt="2024-12-15T17:40:39.537" v="83" actId="680"/>
        <pc:sldMkLst>
          <pc:docMk/>
          <pc:sldMk cId="2973901120" sldId="258"/>
        </pc:sldMkLst>
        <pc:spChg chg="mod">
          <ac:chgData name="PAZIENZA DOMENICO RUGGIERO PIO" userId="d8b9f649-fa39-45d2-bc10-634e3a48aab2" providerId="ADAL" clId="{40ABEF3A-460D-4681-97D8-E99F091DF0D0}" dt="2024-12-15T17:40:39.367" v="82"/>
          <ac:spMkLst>
            <pc:docMk/>
            <pc:sldMk cId="2973901120" sldId="258"/>
            <ac:spMk id="2" creationId="{55C54407-7AEB-98E7-48C4-1A4F23BF8F5C}"/>
          </ac:spMkLst>
        </pc:spChg>
        <pc:spChg chg="mod">
          <ac:chgData name="PAZIENZA DOMENICO RUGGIERO PIO" userId="d8b9f649-fa39-45d2-bc10-634e3a48aab2" providerId="ADAL" clId="{40ABEF3A-460D-4681-97D8-E99F091DF0D0}" dt="2024-12-15T17:40:38.664" v="80"/>
          <ac:spMkLst>
            <pc:docMk/>
            <pc:sldMk cId="2973901120" sldId="258"/>
            <ac:spMk id="3" creationId="{E9919EF6-9038-03FE-0B35-117EA4948BE6}"/>
          </ac:spMkLst>
        </pc:spChg>
      </pc:sldChg>
      <pc:sldChg chg="addSp delSp modSp new mod setBg">
        <pc:chgData name="PAZIENZA DOMENICO RUGGIERO PIO" userId="d8b9f649-fa39-45d2-bc10-634e3a48aab2" providerId="ADAL" clId="{40ABEF3A-460D-4681-97D8-E99F091DF0D0}" dt="2024-12-15T18:00:13.777" v="307" actId="26606"/>
        <pc:sldMkLst>
          <pc:docMk/>
          <pc:sldMk cId="487908812" sldId="259"/>
        </pc:sldMkLst>
        <pc:spChg chg="mod">
          <ac:chgData name="PAZIENZA DOMENICO RUGGIERO PIO" userId="d8b9f649-fa39-45d2-bc10-634e3a48aab2" providerId="ADAL" clId="{40ABEF3A-460D-4681-97D8-E99F091DF0D0}" dt="2024-12-15T18:00:13.777" v="307" actId="26606"/>
          <ac:spMkLst>
            <pc:docMk/>
            <pc:sldMk cId="487908812" sldId="259"/>
            <ac:spMk id="2" creationId="{F8431365-DABA-70B5-D99A-5841A9322CCD}"/>
          </ac:spMkLst>
        </pc:spChg>
        <pc:spChg chg="add del mod">
          <ac:chgData name="PAZIENZA DOMENICO RUGGIERO PIO" userId="d8b9f649-fa39-45d2-bc10-634e3a48aab2" providerId="ADAL" clId="{40ABEF3A-460D-4681-97D8-E99F091DF0D0}" dt="2024-12-15T18:00:13.777" v="307" actId="26606"/>
          <ac:spMkLst>
            <pc:docMk/>
            <pc:sldMk cId="487908812" sldId="259"/>
            <ac:spMk id="3" creationId="{FA300808-8DDF-7E73-427C-0A02BCC2FC3D}"/>
          </ac:spMkLst>
        </pc:spChg>
        <pc:spChg chg="add del">
          <ac:chgData name="PAZIENZA DOMENICO RUGGIERO PIO" userId="d8b9f649-fa39-45d2-bc10-634e3a48aab2" providerId="ADAL" clId="{40ABEF3A-460D-4681-97D8-E99F091DF0D0}" dt="2024-12-15T17:59:48.974" v="296" actId="26606"/>
          <ac:spMkLst>
            <pc:docMk/>
            <pc:sldMk cId="487908812" sldId="259"/>
            <ac:spMk id="8" creationId="{777A147A-9ED8-46B4-8660-1B3C2AA880B5}"/>
          </ac:spMkLst>
        </pc:spChg>
        <pc:spChg chg="add del">
          <ac:chgData name="PAZIENZA DOMENICO RUGGIERO PIO" userId="d8b9f649-fa39-45d2-bc10-634e3a48aab2" providerId="ADAL" clId="{40ABEF3A-460D-4681-97D8-E99F091DF0D0}" dt="2024-12-15T17:59:48.974" v="296" actId="26606"/>
          <ac:spMkLst>
            <pc:docMk/>
            <pc:sldMk cId="487908812" sldId="259"/>
            <ac:spMk id="10" creationId="{5D6C15A0-C087-4593-8414-2B4EC1CDC3DE}"/>
          </ac:spMkLst>
        </pc:spChg>
        <pc:spChg chg="add del">
          <ac:chgData name="PAZIENZA DOMENICO RUGGIERO PIO" userId="d8b9f649-fa39-45d2-bc10-634e3a48aab2" providerId="ADAL" clId="{40ABEF3A-460D-4681-97D8-E99F091DF0D0}" dt="2024-12-15T18:00:10.147" v="302" actId="26606"/>
          <ac:spMkLst>
            <pc:docMk/>
            <pc:sldMk cId="487908812" sldId="259"/>
            <ac:spMk id="12" creationId="{6CB927A4-E432-4310-9CD5-E89FF5063179}"/>
          </ac:spMkLst>
        </pc:spChg>
        <pc:spChg chg="add del">
          <ac:chgData name="PAZIENZA DOMENICO RUGGIERO PIO" userId="d8b9f649-fa39-45d2-bc10-634e3a48aab2" providerId="ADAL" clId="{40ABEF3A-460D-4681-97D8-E99F091DF0D0}" dt="2024-12-15T17:59:49.408" v="298" actId="26606"/>
          <ac:spMkLst>
            <pc:docMk/>
            <pc:sldMk cId="487908812" sldId="259"/>
            <ac:spMk id="14" creationId="{B6CDA21F-E7AF-4C75-8395-33F58D5B0E45}"/>
          </ac:spMkLst>
        </pc:spChg>
        <pc:spChg chg="add del">
          <ac:chgData name="PAZIENZA DOMENICO RUGGIERO PIO" userId="d8b9f649-fa39-45d2-bc10-634e3a48aab2" providerId="ADAL" clId="{40ABEF3A-460D-4681-97D8-E99F091DF0D0}" dt="2024-12-15T17:59:49.408" v="298" actId="26606"/>
          <ac:spMkLst>
            <pc:docMk/>
            <pc:sldMk cId="487908812" sldId="259"/>
            <ac:spMk id="15" creationId="{D5B0017B-2ECA-49AF-B397-DC140825DF8D}"/>
          </ac:spMkLst>
        </pc:spChg>
        <pc:spChg chg="add del">
          <ac:chgData name="PAZIENZA DOMENICO RUGGIERO PIO" userId="d8b9f649-fa39-45d2-bc10-634e3a48aab2" providerId="ADAL" clId="{40ABEF3A-460D-4681-97D8-E99F091DF0D0}" dt="2024-12-15T18:00:07.169" v="300" actId="26606"/>
          <ac:spMkLst>
            <pc:docMk/>
            <pc:sldMk cId="487908812" sldId="259"/>
            <ac:spMk id="19" creationId="{1BB867FF-FC45-48F7-8104-F89BE54909F1}"/>
          </ac:spMkLst>
        </pc:spChg>
        <pc:spChg chg="add del">
          <ac:chgData name="PAZIENZA DOMENICO RUGGIERO PIO" userId="d8b9f649-fa39-45d2-bc10-634e3a48aab2" providerId="ADAL" clId="{40ABEF3A-460D-4681-97D8-E99F091DF0D0}" dt="2024-12-15T18:00:07.169" v="300" actId="26606"/>
          <ac:spMkLst>
            <pc:docMk/>
            <pc:sldMk cId="487908812" sldId="259"/>
            <ac:spMk id="20" creationId="{8BB56887-D0D5-4F0C-9E19-7247EB83C8B7}"/>
          </ac:spMkLst>
        </pc:spChg>
        <pc:spChg chg="add del">
          <ac:chgData name="PAZIENZA DOMENICO RUGGIERO PIO" userId="d8b9f649-fa39-45d2-bc10-634e3a48aab2" providerId="ADAL" clId="{40ABEF3A-460D-4681-97D8-E99F091DF0D0}" dt="2024-12-15T18:00:07.169" v="300" actId="26606"/>
          <ac:spMkLst>
            <pc:docMk/>
            <pc:sldMk cId="487908812" sldId="259"/>
            <ac:spMk id="21" creationId="{081E4A58-353D-44AE-B2FC-2A74E2E400F7}"/>
          </ac:spMkLst>
        </pc:spChg>
        <pc:spChg chg="add del">
          <ac:chgData name="PAZIENZA DOMENICO RUGGIERO PIO" userId="d8b9f649-fa39-45d2-bc10-634e3a48aab2" providerId="ADAL" clId="{40ABEF3A-460D-4681-97D8-E99F091DF0D0}" dt="2024-12-15T18:00:10.147" v="302" actId="26606"/>
          <ac:spMkLst>
            <pc:docMk/>
            <pc:sldMk cId="487908812" sldId="259"/>
            <ac:spMk id="23" creationId="{327D73B4-9F5C-4A64-A179-51B9500CB8B5}"/>
          </ac:spMkLst>
        </pc:spChg>
        <pc:spChg chg="add del">
          <ac:chgData name="PAZIENZA DOMENICO RUGGIERO PIO" userId="d8b9f649-fa39-45d2-bc10-634e3a48aab2" providerId="ADAL" clId="{40ABEF3A-460D-4681-97D8-E99F091DF0D0}" dt="2024-12-15T18:00:10.147" v="302" actId="26606"/>
          <ac:spMkLst>
            <pc:docMk/>
            <pc:sldMk cId="487908812" sldId="259"/>
            <ac:spMk id="24" creationId="{C1F06963-6374-4B48-844F-071A9BAAAE02}"/>
          </ac:spMkLst>
        </pc:spChg>
        <pc:spChg chg="add del">
          <ac:chgData name="PAZIENZA DOMENICO RUGGIERO PIO" userId="d8b9f649-fa39-45d2-bc10-634e3a48aab2" providerId="ADAL" clId="{40ABEF3A-460D-4681-97D8-E99F091DF0D0}" dt="2024-12-15T18:00:10.147" v="302" actId="26606"/>
          <ac:spMkLst>
            <pc:docMk/>
            <pc:sldMk cId="487908812" sldId="259"/>
            <ac:spMk id="25" creationId="{1453BF6C-B012-48B7-B4E8-6D7AC7C27D02}"/>
          </ac:spMkLst>
        </pc:spChg>
        <pc:spChg chg="add del">
          <ac:chgData name="PAZIENZA DOMENICO RUGGIERO PIO" userId="d8b9f649-fa39-45d2-bc10-634e3a48aab2" providerId="ADAL" clId="{40ABEF3A-460D-4681-97D8-E99F091DF0D0}" dt="2024-12-15T18:00:10.147" v="302" actId="26606"/>
          <ac:spMkLst>
            <pc:docMk/>
            <pc:sldMk cId="487908812" sldId="259"/>
            <ac:spMk id="26" creationId="{E3020543-B24B-4EC4-8FFC-8DD88EEA91A8}"/>
          </ac:spMkLst>
        </pc:spChg>
        <pc:spChg chg="add del">
          <ac:chgData name="PAZIENZA DOMENICO RUGGIERO PIO" userId="d8b9f649-fa39-45d2-bc10-634e3a48aab2" providerId="ADAL" clId="{40ABEF3A-460D-4681-97D8-E99F091DF0D0}" dt="2024-12-15T18:00:13.209" v="304" actId="26606"/>
          <ac:spMkLst>
            <pc:docMk/>
            <pc:sldMk cId="487908812" sldId="259"/>
            <ac:spMk id="28" creationId="{27FCFAB8-9E9C-414D-9FCB-CECED12D584F}"/>
          </ac:spMkLst>
        </pc:spChg>
        <pc:spChg chg="add del">
          <ac:chgData name="PAZIENZA DOMENICO RUGGIERO PIO" userId="d8b9f649-fa39-45d2-bc10-634e3a48aab2" providerId="ADAL" clId="{40ABEF3A-460D-4681-97D8-E99F091DF0D0}" dt="2024-12-15T18:00:13.209" v="304" actId="26606"/>
          <ac:spMkLst>
            <pc:docMk/>
            <pc:sldMk cId="487908812" sldId="259"/>
            <ac:spMk id="29" creationId="{76C16827-9A48-4468-BE81-11EC18E0AE54}"/>
          </ac:spMkLst>
        </pc:spChg>
        <pc:spChg chg="add del">
          <ac:chgData name="PAZIENZA DOMENICO RUGGIERO PIO" userId="d8b9f649-fa39-45d2-bc10-634e3a48aab2" providerId="ADAL" clId="{40ABEF3A-460D-4681-97D8-E99F091DF0D0}" dt="2024-12-15T18:00:13.209" v="304" actId="26606"/>
          <ac:spMkLst>
            <pc:docMk/>
            <pc:sldMk cId="487908812" sldId="259"/>
            <ac:spMk id="30" creationId="{899956BA-5C38-49F9-88D6-BD6C71E9C767}"/>
          </ac:spMkLst>
        </pc:spChg>
        <pc:spChg chg="add del">
          <ac:chgData name="PAZIENZA DOMENICO RUGGIERO PIO" userId="d8b9f649-fa39-45d2-bc10-634e3a48aab2" providerId="ADAL" clId="{40ABEF3A-460D-4681-97D8-E99F091DF0D0}" dt="2024-12-15T18:00:13.743" v="306" actId="26606"/>
          <ac:spMkLst>
            <pc:docMk/>
            <pc:sldMk cId="487908812" sldId="259"/>
            <ac:spMk id="32" creationId="{D1D34770-47A8-402C-AF23-2B653F2D88C1}"/>
          </ac:spMkLst>
        </pc:spChg>
        <pc:spChg chg="add">
          <ac:chgData name="PAZIENZA DOMENICO RUGGIERO PIO" userId="d8b9f649-fa39-45d2-bc10-634e3a48aab2" providerId="ADAL" clId="{40ABEF3A-460D-4681-97D8-E99F091DF0D0}" dt="2024-12-15T18:00:13.777" v="307" actId="26606"/>
          <ac:spMkLst>
            <pc:docMk/>
            <pc:sldMk cId="487908812" sldId="259"/>
            <ac:spMk id="34" creationId="{E51BA4DF-2BD4-4EC2-B1DB-B27C8AC71864}"/>
          </ac:spMkLst>
        </pc:spChg>
        <pc:grpChg chg="add del">
          <ac:chgData name="PAZIENZA DOMENICO RUGGIERO PIO" userId="d8b9f649-fa39-45d2-bc10-634e3a48aab2" providerId="ADAL" clId="{40ABEF3A-460D-4681-97D8-E99F091DF0D0}" dt="2024-12-15T17:59:49.408" v="298" actId="26606"/>
          <ac:grpSpMkLst>
            <pc:docMk/>
            <pc:sldMk cId="487908812" sldId="259"/>
            <ac:grpSpMk id="16" creationId="{AE1C45F0-260A-458C-96ED-C1F6D2151219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8:00:13.743" v="306" actId="26606"/>
          <ac:graphicFrameMkLst>
            <pc:docMk/>
            <pc:sldMk cId="487908812" sldId="259"/>
            <ac:graphicFrameMk id="5" creationId="{3B2889CC-4283-5381-AFFF-ACC5914FC703}"/>
          </ac:graphicFrameMkLst>
        </pc:graphicFrameChg>
        <pc:graphicFrameChg chg="add">
          <ac:chgData name="PAZIENZA DOMENICO RUGGIERO PIO" userId="d8b9f649-fa39-45d2-bc10-634e3a48aab2" providerId="ADAL" clId="{40ABEF3A-460D-4681-97D8-E99F091DF0D0}" dt="2024-12-15T18:00:13.777" v="307" actId="26606"/>
          <ac:graphicFrameMkLst>
            <pc:docMk/>
            <pc:sldMk cId="487908812" sldId="259"/>
            <ac:graphicFrameMk id="36" creationId="{E19C078C-E8F3-C833-BCDC-96D40543EB22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8:00:13.743" v="306" actId="26606"/>
          <ac:picMkLst>
            <pc:docMk/>
            <pc:sldMk cId="487908812" sldId="259"/>
            <ac:picMk id="6" creationId="{A37AA772-E47C-D012-CA6D-78C2B67D3F63}"/>
          </ac:picMkLst>
        </pc:picChg>
        <pc:picChg chg="add">
          <ac:chgData name="PAZIENZA DOMENICO RUGGIERO PIO" userId="d8b9f649-fa39-45d2-bc10-634e3a48aab2" providerId="ADAL" clId="{40ABEF3A-460D-4681-97D8-E99F091DF0D0}" dt="2024-12-15T18:00:13.777" v="307" actId="26606"/>
          <ac:picMkLst>
            <pc:docMk/>
            <pc:sldMk cId="487908812" sldId="259"/>
            <ac:picMk id="35" creationId="{4DE4FB0F-6FAF-4C42-DACC-28A28A37E000}"/>
          </ac:picMkLst>
        </pc:picChg>
        <pc:cxnChg chg="add del">
          <ac:chgData name="PAZIENZA DOMENICO RUGGIERO PIO" userId="d8b9f649-fa39-45d2-bc10-634e3a48aab2" providerId="ADAL" clId="{40ABEF3A-460D-4681-97D8-E99F091DF0D0}" dt="2024-12-15T17:59:49.408" v="298" actId="26606"/>
          <ac:cxnSpMkLst>
            <pc:docMk/>
            <pc:sldMk cId="487908812" sldId="259"/>
            <ac:cxnSpMk id="17" creationId="{6CF1BAF6-AD41-4082-B212-8A1F9A2E8779}"/>
          </ac:cxnSpMkLst>
        </pc:cxnChg>
        <pc:cxnChg chg="add del">
          <ac:chgData name="PAZIENZA DOMENICO RUGGIERO PIO" userId="d8b9f649-fa39-45d2-bc10-634e3a48aab2" providerId="ADAL" clId="{40ABEF3A-460D-4681-97D8-E99F091DF0D0}" dt="2024-12-15T18:00:10.147" v="302" actId="26606"/>
          <ac:cxnSpMkLst>
            <pc:docMk/>
            <pc:sldMk cId="487908812" sldId="259"/>
            <ac:cxnSpMk id="18" creationId="{C49DA8F6-BCC1-4447-B54C-57856834B94B}"/>
          </ac:cxnSpMkLst>
        </pc:cxnChg>
      </pc:sldChg>
      <pc:sldChg chg="addSp delSp modSp new mod ord setBg">
        <pc:chgData name="PAZIENZA DOMENICO RUGGIERO PIO" userId="d8b9f649-fa39-45d2-bc10-634e3a48aab2" providerId="ADAL" clId="{40ABEF3A-460D-4681-97D8-E99F091DF0D0}" dt="2024-12-15T17:58:50.401" v="284" actId="26606"/>
        <pc:sldMkLst>
          <pc:docMk/>
          <pc:sldMk cId="2828662480" sldId="260"/>
        </pc:sldMkLst>
        <pc:spChg chg="mod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2" creationId="{F757C850-3438-177E-8B10-8B91750EE1CD}"/>
          </ac:spMkLst>
        </pc:spChg>
        <pc:spChg chg="add del mod">
          <ac:chgData name="PAZIENZA DOMENICO RUGGIERO PIO" userId="d8b9f649-fa39-45d2-bc10-634e3a48aab2" providerId="ADAL" clId="{40ABEF3A-460D-4681-97D8-E99F091DF0D0}" dt="2024-12-15T17:58:07.241" v="276" actId="26606"/>
          <ac:spMkLst>
            <pc:docMk/>
            <pc:sldMk cId="2828662480" sldId="260"/>
            <ac:spMk id="3" creationId="{8F4EEC18-9AEE-2519-D7C5-80B023E933F7}"/>
          </ac:spMkLst>
        </pc:spChg>
        <pc:spChg chg="add del">
          <ac:chgData name="PAZIENZA DOMENICO RUGGIERO PIO" userId="d8b9f649-fa39-45d2-bc10-634e3a48aab2" providerId="ADAL" clId="{40ABEF3A-460D-4681-97D8-E99F091DF0D0}" dt="2024-12-15T17:57:50.120" v="263" actId="26606"/>
          <ac:spMkLst>
            <pc:docMk/>
            <pc:sldMk cId="2828662480" sldId="260"/>
            <ac:spMk id="8" creationId="{081EA652-8C6A-4E69-BEB9-170809474553}"/>
          </ac:spMkLst>
        </pc:spChg>
        <pc:spChg chg="add del">
          <ac:chgData name="PAZIENZA DOMENICO RUGGIERO PIO" userId="d8b9f649-fa39-45d2-bc10-634e3a48aab2" providerId="ADAL" clId="{40ABEF3A-460D-4681-97D8-E99F091DF0D0}" dt="2024-12-15T17:58:00.015" v="269" actId="26606"/>
          <ac:spMkLst>
            <pc:docMk/>
            <pc:sldMk cId="2828662480" sldId="260"/>
            <ac:spMk id="9" creationId="{C0763A76-9F1C-4FC5-82B7-DD475DA461B2}"/>
          </ac:spMkLst>
        </pc:spChg>
        <pc:spChg chg="add del">
          <ac:chgData name="PAZIENZA DOMENICO RUGGIERO PIO" userId="d8b9f649-fa39-45d2-bc10-634e3a48aab2" providerId="ADAL" clId="{40ABEF3A-460D-4681-97D8-E99F091DF0D0}" dt="2024-12-15T17:57:50.120" v="263" actId="26606"/>
          <ac:spMkLst>
            <pc:docMk/>
            <pc:sldMk cId="2828662480" sldId="260"/>
            <ac:spMk id="10" creationId="{5298780A-33B9-4EA2-8F67-DE68AD62841B}"/>
          </ac:spMkLst>
        </pc:spChg>
        <pc:spChg chg="add del">
          <ac:chgData name="PAZIENZA DOMENICO RUGGIERO PIO" userId="d8b9f649-fa39-45d2-bc10-634e3a48aab2" providerId="ADAL" clId="{40ABEF3A-460D-4681-97D8-E99F091DF0D0}" dt="2024-12-15T17:58:00.015" v="269" actId="26606"/>
          <ac:spMkLst>
            <pc:docMk/>
            <pc:sldMk cId="2828662480" sldId="260"/>
            <ac:spMk id="11" creationId="{E81BF4F6-F2CF-4984-9D14-D6966D92F99F}"/>
          </ac:spMkLst>
        </pc:spChg>
        <pc:spChg chg="add del">
          <ac:chgData name="PAZIENZA DOMENICO RUGGIERO PIO" userId="d8b9f649-fa39-45d2-bc10-634e3a48aab2" providerId="ADAL" clId="{40ABEF3A-460D-4681-97D8-E99F091DF0D0}" dt="2024-12-15T17:57:50.120" v="263" actId="26606"/>
          <ac:spMkLst>
            <pc:docMk/>
            <pc:sldMk cId="2828662480" sldId="260"/>
            <ac:spMk id="12" creationId="{7F488E8B-4E1E-4402-8935-D4E6C02615C7}"/>
          </ac:spMkLst>
        </pc:spChg>
        <pc:spChg chg="add del">
          <ac:chgData name="PAZIENZA DOMENICO RUGGIERO PIO" userId="d8b9f649-fa39-45d2-bc10-634e3a48aab2" providerId="ADAL" clId="{40ABEF3A-460D-4681-97D8-E99F091DF0D0}" dt="2024-12-15T17:58:00.848" v="271" actId="26606"/>
          <ac:spMkLst>
            <pc:docMk/>
            <pc:sldMk cId="2828662480" sldId="260"/>
            <ac:spMk id="13" creationId="{9F7D5CDA-D291-4307-BF55-1381FED29634}"/>
          </ac:spMkLst>
        </pc:spChg>
        <pc:spChg chg="add del">
          <ac:chgData name="PAZIENZA DOMENICO RUGGIERO PIO" userId="d8b9f649-fa39-45d2-bc10-634e3a48aab2" providerId="ADAL" clId="{40ABEF3A-460D-4681-97D8-E99F091DF0D0}" dt="2024-12-15T17:57:52.069" v="265" actId="26606"/>
          <ac:spMkLst>
            <pc:docMk/>
            <pc:sldMk cId="2828662480" sldId="260"/>
            <ac:spMk id="14" creationId="{1A8FFABF-F1A6-4C80-A0A6-29F3162FEFFE}"/>
          </ac:spMkLst>
        </pc:spChg>
        <pc:spChg chg="add del">
          <ac:chgData name="PAZIENZA DOMENICO RUGGIERO PIO" userId="d8b9f649-fa39-45d2-bc10-634e3a48aab2" providerId="ADAL" clId="{40ABEF3A-460D-4681-97D8-E99F091DF0D0}" dt="2024-12-15T17:57:52.069" v="265" actId="26606"/>
          <ac:spMkLst>
            <pc:docMk/>
            <pc:sldMk cId="2828662480" sldId="260"/>
            <ac:spMk id="15" creationId="{0D7B6173-1D58-48E2-83CF-37350F315F75}"/>
          </ac:spMkLst>
        </pc:spChg>
        <pc:spChg chg="add del">
          <ac:chgData name="PAZIENZA DOMENICO RUGGIERO PIO" userId="d8b9f649-fa39-45d2-bc10-634e3a48aab2" providerId="ADAL" clId="{40ABEF3A-460D-4681-97D8-E99F091DF0D0}" dt="2024-12-15T17:57:52.069" v="265" actId="26606"/>
          <ac:spMkLst>
            <pc:docMk/>
            <pc:sldMk cId="2828662480" sldId="260"/>
            <ac:spMk id="16" creationId="{ED4C1E4B-EA97-41D4-855C-680107905C03}"/>
          </ac:spMkLst>
        </pc:spChg>
        <pc:spChg chg="add del">
          <ac:chgData name="PAZIENZA DOMENICO RUGGIERO PIO" userId="d8b9f649-fa39-45d2-bc10-634e3a48aab2" providerId="ADAL" clId="{40ABEF3A-460D-4681-97D8-E99F091DF0D0}" dt="2024-12-15T17:57:52.069" v="265" actId="26606"/>
          <ac:spMkLst>
            <pc:docMk/>
            <pc:sldMk cId="2828662480" sldId="260"/>
            <ac:spMk id="17" creationId="{C7465CB2-E160-4D8E-B8B3-B7AFCAFC5BC1}"/>
          </ac:spMkLst>
        </pc:spChg>
        <pc:spChg chg="add del">
          <ac:chgData name="PAZIENZA DOMENICO RUGGIERO PIO" userId="d8b9f649-fa39-45d2-bc10-634e3a48aab2" providerId="ADAL" clId="{40ABEF3A-460D-4681-97D8-E99F091DF0D0}" dt="2024-12-15T17:57:57.563" v="267" actId="26606"/>
          <ac:spMkLst>
            <pc:docMk/>
            <pc:sldMk cId="2828662480" sldId="260"/>
            <ac:spMk id="20" creationId="{0D7B6173-1D58-48E2-83CF-37350F315F75}"/>
          </ac:spMkLst>
        </pc:spChg>
        <pc:spChg chg="add del">
          <ac:chgData name="PAZIENZA DOMENICO RUGGIERO PIO" userId="d8b9f649-fa39-45d2-bc10-634e3a48aab2" providerId="ADAL" clId="{40ABEF3A-460D-4681-97D8-E99F091DF0D0}" dt="2024-12-15T17:57:57.563" v="267" actId="26606"/>
          <ac:spMkLst>
            <pc:docMk/>
            <pc:sldMk cId="2828662480" sldId="260"/>
            <ac:spMk id="21" creationId="{3FCCA929-7A61-4313-8A90-619CDF4255FB}"/>
          </ac:spMkLst>
        </pc:spChg>
        <pc:spChg chg="add del">
          <ac:chgData name="PAZIENZA DOMENICO RUGGIERO PIO" userId="d8b9f649-fa39-45d2-bc10-634e3a48aab2" providerId="ADAL" clId="{40ABEF3A-460D-4681-97D8-E99F091DF0D0}" dt="2024-12-15T17:57:57.563" v="267" actId="26606"/>
          <ac:spMkLst>
            <pc:docMk/>
            <pc:sldMk cId="2828662480" sldId="260"/>
            <ac:spMk id="23" creationId="{0464315C-FCA9-40FE-892E-D4A5B3A5B09F}"/>
          </ac:spMkLst>
        </pc:spChg>
        <pc:spChg chg="add del">
          <ac:chgData name="PAZIENZA DOMENICO RUGGIERO PIO" userId="d8b9f649-fa39-45d2-bc10-634e3a48aab2" providerId="ADAL" clId="{40ABEF3A-460D-4681-97D8-E99F091DF0D0}" dt="2024-12-15T17:57:57.563" v="267" actId="26606"/>
          <ac:spMkLst>
            <pc:docMk/>
            <pc:sldMk cId="2828662480" sldId="260"/>
            <ac:spMk id="24" creationId="{4BF9520B-E0CD-4FA7-91B5-7DC36B606CAB}"/>
          </ac:spMkLst>
        </pc:spChg>
        <pc:spChg chg="add del">
          <ac:chgData name="PAZIENZA DOMENICO RUGGIERO PIO" userId="d8b9f649-fa39-45d2-bc10-634e3a48aab2" providerId="ADAL" clId="{40ABEF3A-460D-4681-97D8-E99F091DF0D0}" dt="2024-12-15T17:58:01.742" v="273" actId="26606"/>
          <ac:spMkLst>
            <pc:docMk/>
            <pc:sldMk cId="2828662480" sldId="260"/>
            <ac:spMk id="25" creationId="{B50AB553-2A96-4A92-96F2-93548E096954}"/>
          </ac:spMkLst>
        </pc:spChg>
        <pc:spChg chg="add del">
          <ac:chgData name="PAZIENZA DOMENICO RUGGIERO PIO" userId="d8b9f649-fa39-45d2-bc10-634e3a48aab2" providerId="ADAL" clId="{40ABEF3A-460D-4681-97D8-E99F091DF0D0}" dt="2024-12-15T17:58:07.218" v="275" actId="26606"/>
          <ac:spMkLst>
            <pc:docMk/>
            <pc:sldMk cId="2828662480" sldId="260"/>
            <ac:spMk id="28" creationId="{B6CDA21F-E7AF-4C75-8395-33F58D5B0E45}"/>
          </ac:spMkLst>
        </pc:spChg>
        <pc:spChg chg="add del">
          <ac:chgData name="PAZIENZA DOMENICO RUGGIERO PIO" userId="d8b9f649-fa39-45d2-bc10-634e3a48aab2" providerId="ADAL" clId="{40ABEF3A-460D-4681-97D8-E99F091DF0D0}" dt="2024-12-15T17:58:07.218" v="275" actId="26606"/>
          <ac:spMkLst>
            <pc:docMk/>
            <pc:sldMk cId="2828662480" sldId="260"/>
            <ac:spMk id="33" creationId="{D5B0017B-2ECA-49AF-B397-DC140825DF8D}"/>
          </ac:spMkLst>
        </pc:spChg>
        <pc:spChg chg="add del">
          <ac:chgData name="PAZIENZA DOMENICO RUGGIERO PIO" userId="d8b9f649-fa39-45d2-bc10-634e3a48aab2" providerId="ADAL" clId="{40ABEF3A-460D-4681-97D8-E99F091DF0D0}" dt="2024-12-15T17:58:07.218" v="275" actId="26606"/>
          <ac:spMkLst>
            <pc:docMk/>
            <pc:sldMk cId="2828662480" sldId="260"/>
            <ac:spMk id="34" creationId="{8F4EEC18-9AEE-2519-D7C5-80B023E933F7}"/>
          </ac:spMkLst>
        </pc:spChg>
        <pc:spChg chg="add del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37" creationId="{0D7B6173-1D58-48E2-83CF-37350F315F75}"/>
          </ac:spMkLst>
        </pc:spChg>
        <pc:spChg chg="add del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38" creationId="{3FCCA929-7A61-4313-8A90-619CDF4255FB}"/>
          </ac:spMkLst>
        </pc:spChg>
        <pc:spChg chg="add del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40" creationId="{0464315C-FCA9-40FE-892E-D4A5B3A5B09F}"/>
          </ac:spMkLst>
        </pc:spChg>
        <pc:spChg chg="add del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41" creationId="{4BF9520B-E0CD-4FA7-91B5-7DC36B606CAB}"/>
          </ac:spMkLst>
        </pc:spChg>
        <pc:spChg chg="add mod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42" creationId="{8F4EEC18-9AEE-2519-D7C5-80B023E933F7}"/>
          </ac:spMkLst>
        </pc:spChg>
        <pc:spChg chg="add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47" creationId="{100EDD19-6802-4EC3-95CE-CFFAB042CFD6}"/>
          </ac:spMkLst>
        </pc:spChg>
        <pc:spChg chg="add">
          <ac:chgData name="PAZIENZA DOMENICO RUGGIERO PIO" userId="d8b9f649-fa39-45d2-bc10-634e3a48aab2" providerId="ADAL" clId="{40ABEF3A-460D-4681-97D8-E99F091DF0D0}" dt="2024-12-15T17:58:50.401" v="284" actId="26606"/>
          <ac:spMkLst>
            <pc:docMk/>
            <pc:sldMk cId="2828662480" sldId="260"/>
            <ac:spMk id="49" creationId="{DB17E863-922E-4C26-BD64-E8FD41D28661}"/>
          </ac:spMkLst>
        </pc:spChg>
        <pc:grpChg chg="add del">
          <ac:chgData name="PAZIENZA DOMENICO RUGGIERO PIO" userId="d8b9f649-fa39-45d2-bc10-634e3a48aab2" providerId="ADAL" clId="{40ABEF3A-460D-4681-97D8-E99F091DF0D0}" dt="2024-12-15T17:58:07.218" v="275" actId="26606"/>
          <ac:grpSpMkLst>
            <pc:docMk/>
            <pc:sldMk cId="2828662480" sldId="260"/>
            <ac:grpSpMk id="29" creationId="{AE1C45F0-260A-458C-96ED-C1F6D2151219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7:58:01.742" v="273" actId="26606"/>
          <ac:graphicFrameMkLst>
            <pc:docMk/>
            <pc:sldMk cId="2828662480" sldId="260"/>
            <ac:graphicFrameMk id="26" creationId="{20A7EFC9-D529-043A-F30D-33C8B7BF4B6C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7:58:00.015" v="269" actId="26606"/>
          <ac:picMkLst>
            <pc:docMk/>
            <pc:sldMk cId="2828662480" sldId="260"/>
            <ac:picMk id="5" creationId="{BCCEB34E-94B8-1A29-3753-437B527A59AD}"/>
          </ac:picMkLst>
        </pc:picChg>
        <pc:picChg chg="add del">
          <ac:chgData name="PAZIENZA DOMENICO RUGGIERO PIO" userId="d8b9f649-fa39-45d2-bc10-634e3a48aab2" providerId="ADAL" clId="{40ABEF3A-460D-4681-97D8-E99F091DF0D0}" dt="2024-12-15T17:58:01.742" v="273" actId="26606"/>
          <ac:picMkLst>
            <pc:docMk/>
            <pc:sldMk cId="2828662480" sldId="260"/>
            <ac:picMk id="6" creationId="{2B865F8A-34B1-BE23-6794-7F4A53FBA94D}"/>
          </ac:picMkLst>
        </pc:picChg>
        <pc:picChg chg="add del">
          <ac:chgData name="PAZIENZA DOMENICO RUGGIERO PIO" userId="d8b9f649-fa39-45d2-bc10-634e3a48aab2" providerId="ADAL" clId="{40ABEF3A-460D-4681-97D8-E99F091DF0D0}" dt="2024-12-15T17:57:52.069" v="265" actId="26606"/>
          <ac:picMkLst>
            <pc:docMk/>
            <pc:sldMk cId="2828662480" sldId="260"/>
            <ac:picMk id="18" creationId="{BF79C704-FD27-4BBA-A751-4A80EDB173B8}"/>
          </ac:picMkLst>
        </pc:picChg>
        <pc:picChg chg="add del">
          <ac:chgData name="PAZIENZA DOMENICO RUGGIERO PIO" userId="d8b9f649-fa39-45d2-bc10-634e3a48aab2" providerId="ADAL" clId="{40ABEF3A-460D-4681-97D8-E99F091DF0D0}" dt="2024-12-15T17:58:00.848" v="271" actId="26606"/>
          <ac:picMkLst>
            <pc:docMk/>
            <pc:sldMk cId="2828662480" sldId="260"/>
            <ac:picMk id="19" creationId="{39BBF031-427D-B8BE-7C8A-273232716C2C}"/>
          </ac:picMkLst>
        </pc:picChg>
        <pc:picChg chg="add del">
          <ac:chgData name="PAZIENZA DOMENICO RUGGIERO PIO" userId="d8b9f649-fa39-45d2-bc10-634e3a48aab2" providerId="ADAL" clId="{40ABEF3A-460D-4681-97D8-E99F091DF0D0}" dt="2024-12-15T17:57:57.563" v="267" actId="26606"/>
          <ac:picMkLst>
            <pc:docMk/>
            <pc:sldMk cId="2828662480" sldId="260"/>
            <ac:picMk id="22" creationId="{24250F98-AE57-452A-8B22-1B78911F0B69}"/>
          </ac:picMkLst>
        </pc:picChg>
        <pc:picChg chg="add del">
          <ac:chgData name="PAZIENZA DOMENICO RUGGIERO PIO" userId="d8b9f649-fa39-45d2-bc10-634e3a48aab2" providerId="ADAL" clId="{40ABEF3A-460D-4681-97D8-E99F091DF0D0}" dt="2024-12-15T17:58:50.401" v="284" actId="26606"/>
          <ac:picMkLst>
            <pc:docMk/>
            <pc:sldMk cId="2828662480" sldId="260"/>
            <ac:picMk id="39" creationId="{24250F98-AE57-452A-8B22-1B78911F0B69}"/>
          </ac:picMkLst>
        </pc:picChg>
        <pc:cxnChg chg="add del">
          <ac:chgData name="PAZIENZA DOMENICO RUGGIERO PIO" userId="d8b9f649-fa39-45d2-bc10-634e3a48aab2" providerId="ADAL" clId="{40ABEF3A-460D-4681-97D8-E99F091DF0D0}" dt="2024-12-15T17:58:07.218" v="275" actId="26606"/>
          <ac:cxnSpMkLst>
            <pc:docMk/>
            <pc:sldMk cId="2828662480" sldId="260"/>
            <ac:cxnSpMk id="35" creationId="{6CF1BAF6-AD41-4082-B212-8A1F9A2E8779}"/>
          </ac:cxnSpMkLst>
        </pc:cxnChg>
      </pc:sldChg>
      <pc:sldChg chg="addSp delSp modSp new mod setBg">
        <pc:chgData name="PAZIENZA DOMENICO RUGGIERO PIO" userId="d8b9f649-fa39-45d2-bc10-634e3a48aab2" providerId="ADAL" clId="{40ABEF3A-460D-4681-97D8-E99F091DF0D0}" dt="2024-12-15T18:12:18.531" v="479"/>
        <pc:sldMkLst>
          <pc:docMk/>
          <pc:sldMk cId="3024958490" sldId="261"/>
        </pc:sldMkLst>
        <pc:spChg chg="mod">
          <ac:chgData name="PAZIENZA DOMENICO RUGGIERO PIO" userId="d8b9f649-fa39-45d2-bc10-634e3a48aab2" providerId="ADAL" clId="{40ABEF3A-460D-4681-97D8-E99F091DF0D0}" dt="2024-12-15T18:11:21.516" v="467" actId="26606"/>
          <ac:spMkLst>
            <pc:docMk/>
            <pc:sldMk cId="3024958490" sldId="261"/>
            <ac:spMk id="2" creationId="{776C57D4-B1C9-8B48-C711-7A1AA96A7E31}"/>
          </ac:spMkLst>
        </pc:spChg>
        <pc:spChg chg="add del mod">
          <ac:chgData name="PAZIENZA DOMENICO RUGGIERO PIO" userId="d8b9f649-fa39-45d2-bc10-634e3a48aab2" providerId="ADAL" clId="{40ABEF3A-460D-4681-97D8-E99F091DF0D0}" dt="2024-12-15T18:11:21.516" v="467" actId="26606"/>
          <ac:spMkLst>
            <pc:docMk/>
            <pc:sldMk cId="3024958490" sldId="261"/>
            <ac:spMk id="3" creationId="{78AADCB9-A8D0-FE74-8898-4FB16EA8A733}"/>
          </ac:spMkLst>
        </pc:spChg>
        <pc:spChg chg="add">
          <ac:chgData name="PAZIENZA DOMENICO RUGGIERO PIO" userId="d8b9f649-fa39-45d2-bc10-634e3a48aab2" providerId="ADAL" clId="{40ABEF3A-460D-4681-97D8-E99F091DF0D0}" dt="2024-12-15T18:03:55.761" v="366"/>
          <ac:spMkLst>
            <pc:docMk/>
            <pc:sldMk cId="3024958490" sldId="261"/>
            <ac:spMk id="4" creationId="{2F6EDED0-F2D8-78B7-760E-06828AE7AB3D}"/>
          </ac:spMkLst>
        </pc:spChg>
        <pc:spChg chg="add del">
          <ac:chgData name="PAZIENZA DOMENICO RUGGIERO PIO" userId="d8b9f649-fa39-45d2-bc10-634e3a48aab2" providerId="ADAL" clId="{40ABEF3A-460D-4681-97D8-E99F091DF0D0}" dt="2024-12-15T18:03:37.219" v="363" actId="26606"/>
          <ac:spMkLst>
            <pc:docMk/>
            <pc:sldMk cId="3024958490" sldId="261"/>
            <ac:spMk id="6" creationId="{9F7D5CDA-D291-4307-BF55-1381FED29634}"/>
          </ac:spMkLst>
        </pc:spChg>
        <pc:spChg chg="add">
          <ac:chgData name="PAZIENZA DOMENICO RUGGIERO PIO" userId="d8b9f649-fa39-45d2-bc10-634e3a48aab2" providerId="ADAL" clId="{40ABEF3A-460D-4681-97D8-E99F091DF0D0}" dt="2024-12-15T18:03:55.761" v="366"/>
          <ac:spMkLst>
            <pc:docMk/>
            <pc:sldMk cId="3024958490" sldId="261"/>
            <ac:spMk id="8" creationId="{46C8E118-51A2-8810-1427-9264372CC827}"/>
          </ac:spMkLst>
        </pc:spChg>
        <pc:spChg chg="add del">
          <ac:chgData name="PAZIENZA DOMENICO RUGGIERO PIO" userId="d8b9f649-fa39-45d2-bc10-634e3a48aab2" providerId="ADAL" clId="{40ABEF3A-460D-4681-97D8-E99F091DF0D0}" dt="2024-12-15T18:02:09.417" v="314" actId="26606"/>
          <ac:spMkLst>
            <pc:docMk/>
            <pc:sldMk cId="3024958490" sldId="261"/>
            <ac:spMk id="9" creationId="{3ECBE1F1-D69B-4AFA-ABD5-8E41720EF6DE}"/>
          </ac:spMkLst>
        </pc:spChg>
        <pc:spChg chg="add del">
          <ac:chgData name="PAZIENZA DOMENICO RUGGIERO PIO" userId="d8b9f649-fa39-45d2-bc10-634e3a48aab2" providerId="ADAL" clId="{40ABEF3A-460D-4681-97D8-E99F091DF0D0}" dt="2024-12-15T18:03:31.823" v="358" actId="26606"/>
          <ac:spMkLst>
            <pc:docMk/>
            <pc:sldMk cId="3024958490" sldId="261"/>
            <ac:spMk id="10" creationId="{B3437C99-FC8E-4311-B48A-F0C4C329B154}"/>
          </ac:spMkLst>
        </pc:spChg>
        <pc:spChg chg="add del">
          <ac:chgData name="PAZIENZA DOMENICO RUGGIERO PIO" userId="d8b9f649-fa39-45d2-bc10-634e3a48aab2" providerId="ADAL" clId="{40ABEF3A-460D-4681-97D8-E99F091DF0D0}" dt="2024-12-15T18:02:09.417" v="314" actId="26606"/>
          <ac:spMkLst>
            <pc:docMk/>
            <pc:sldMk cId="3024958490" sldId="261"/>
            <ac:spMk id="11" creationId="{603A6265-E10C-4B85-9C20-E75FCAF9CC63}"/>
          </ac:spMkLst>
        </pc:spChg>
        <pc:spChg chg="add del">
          <ac:chgData name="PAZIENZA DOMENICO RUGGIERO PIO" userId="d8b9f649-fa39-45d2-bc10-634e3a48aab2" providerId="ADAL" clId="{40ABEF3A-460D-4681-97D8-E99F091DF0D0}" dt="2024-12-15T18:03:31.823" v="358" actId="26606"/>
          <ac:spMkLst>
            <pc:docMk/>
            <pc:sldMk cId="3024958490" sldId="261"/>
            <ac:spMk id="12" creationId="{9F79630B-0F0B-446E-A637-38FA8F61D10E}"/>
          </ac:spMkLst>
        </pc:spChg>
        <pc:spChg chg="add del">
          <ac:chgData name="PAZIENZA DOMENICO RUGGIERO PIO" userId="d8b9f649-fa39-45d2-bc10-634e3a48aab2" providerId="ADAL" clId="{40ABEF3A-460D-4681-97D8-E99F091DF0D0}" dt="2024-12-15T18:02:10.661" v="316" actId="26606"/>
          <ac:spMkLst>
            <pc:docMk/>
            <pc:sldMk cId="3024958490" sldId="261"/>
            <ac:spMk id="13" creationId="{9F7D5CDA-D291-4307-BF55-1381FED29634}"/>
          </ac:spMkLst>
        </pc:spChg>
        <pc:spChg chg="add del">
          <ac:chgData name="PAZIENZA DOMENICO RUGGIERO PIO" userId="d8b9f649-fa39-45d2-bc10-634e3a48aab2" providerId="ADAL" clId="{40ABEF3A-460D-4681-97D8-E99F091DF0D0}" dt="2024-12-15T18:02:15.371" v="318" actId="26606"/>
          <ac:spMkLst>
            <pc:docMk/>
            <pc:sldMk cId="3024958490" sldId="261"/>
            <ac:spMk id="15" creationId="{C5B55FC3-961D-4325-82F1-DE92B0D04E03}"/>
          </ac:spMkLst>
        </pc:spChg>
        <pc:spChg chg="add del">
          <ac:chgData name="PAZIENZA DOMENICO RUGGIERO PIO" userId="d8b9f649-fa39-45d2-bc10-634e3a48aab2" providerId="ADAL" clId="{40ABEF3A-460D-4681-97D8-E99F091DF0D0}" dt="2024-12-15T18:02:15.371" v="318" actId="26606"/>
          <ac:spMkLst>
            <pc:docMk/>
            <pc:sldMk cId="3024958490" sldId="261"/>
            <ac:spMk id="16" creationId="{2659FDB4-FCBE-4A89-B46D-43D4FA54464D}"/>
          </ac:spMkLst>
        </pc:spChg>
        <pc:spChg chg="add del">
          <ac:chgData name="PAZIENZA DOMENICO RUGGIERO PIO" userId="d8b9f649-fa39-45d2-bc10-634e3a48aab2" providerId="ADAL" clId="{40ABEF3A-460D-4681-97D8-E99F091DF0D0}" dt="2024-12-15T18:02:15.371" v="318" actId="26606"/>
          <ac:spMkLst>
            <pc:docMk/>
            <pc:sldMk cId="3024958490" sldId="261"/>
            <ac:spMk id="17" creationId="{4C8AB332-D09E-4F28-943C-DABDD4716A3C}"/>
          </ac:spMkLst>
        </pc:spChg>
        <pc:spChg chg="add del">
          <ac:chgData name="PAZIENZA DOMENICO RUGGIERO PIO" userId="d8b9f649-fa39-45d2-bc10-634e3a48aab2" providerId="ADAL" clId="{40ABEF3A-460D-4681-97D8-E99F091DF0D0}" dt="2024-12-15T18:02:15.371" v="318" actId="26606"/>
          <ac:spMkLst>
            <pc:docMk/>
            <pc:sldMk cId="3024958490" sldId="261"/>
            <ac:spMk id="19" creationId="{58BDB0EE-D238-415B-9ED8-62AA6AB2AAD1}"/>
          </ac:spMkLst>
        </pc:spChg>
        <pc:spChg chg="add del">
          <ac:chgData name="PAZIENZA DOMENICO RUGGIERO PIO" userId="d8b9f649-fa39-45d2-bc10-634e3a48aab2" providerId="ADAL" clId="{40ABEF3A-460D-4681-97D8-E99F091DF0D0}" dt="2024-12-15T18:03:33.097" v="360" actId="26606"/>
          <ac:spMkLst>
            <pc:docMk/>
            <pc:sldMk cId="3024958490" sldId="261"/>
            <ac:spMk id="21" creationId="{C0763A76-9F1C-4FC5-82B7-DD475DA461B2}"/>
          </ac:spMkLst>
        </pc:spChg>
        <pc:spChg chg="add del">
          <ac:chgData name="PAZIENZA DOMENICO RUGGIERO PIO" userId="d8b9f649-fa39-45d2-bc10-634e3a48aab2" providerId="ADAL" clId="{40ABEF3A-460D-4681-97D8-E99F091DF0D0}" dt="2024-12-15T18:03:33.097" v="360" actId="26606"/>
          <ac:spMkLst>
            <pc:docMk/>
            <pc:sldMk cId="3024958490" sldId="261"/>
            <ac:spMk id="23" creationId="{E81BF4F6-F2CF-4984-9D14-D6966D92F99F}"/>
          </ac:spMkLst>
        </pc:spChg>
        <pc:spChg chg="add del">
          <ac:chgData name="PAZIENZA DOMENICO RUGGIERO PIO" userId="d8b9f649-fa39-45d2-bc10-634e3a48aab2" providerId="ADAL" clId="{40ABEF3A-460D-4681-97D8-E99F091DF0D0}" dt="2024-12-15T18:02:26.320" v="322" actId="26606"/>
          <ac:spMkLst>
            <pc:docMk/>
            <pc:sldMk cId="3024958490" sldId="261"/>
            <ac:spMk id="24" creationId="{2659FDB4-FCBE-4A89-B46D-43D4FA54464D}"/>
          </ac:spMkLst>
        </pc:spChg>
        <pc:spChg chg="add del">
          <ac:chgData name="PAZIENZA DOMENICO RUGGIERO PIO" userId="d8b9f649-fa39-45d2-bc10-634e3a48aab2" providerId="ADAL" clId="{40ABEF3A-460D-4681-97D8-E99F091DF0D0}" dt="2024-12-15T18:02:26.320" v="322" actId="26606"/>
          <ac:spMkLst>
            <pc:docMk/>
            <pc:sldMk cId="3024958490" sldId="261"/>
            <ac:spMk id="26" creationId="{58BDB0EE-D238-415B-9ED8-62AA6AB2AAD1}"/>
          </ac:spMkLst>
        </pc:spChg>
        <pc:spChg chg="add del">
          <ac:chgData name="PAZIENZA DOMENICO RUGGIERO PIO" userId="d8b9f649-fa39-45d2-bc10-634e3a48aab2" providerId="ADAL" clId="{40ABEF3A-460D-4681-97D8-E99F091DF0D0}" dt="2024-12-15T18:02:26.320" v="322" actId="26606"/>
          <ac:spMkLst>
            <pc:docMk/>
            <pc:sldMk cId="3024958490" sldId="261"/>
            <ac:spMk id="27" creationId="{C5B55FC3-961D-4325-82F1-DE92B0D04E03}"/>
          </ac:spMkLst>
        </pc:spChg>
        <pc:spChg chg="add del">
          <ac:chgData name="PAZIENZA DOMENICO RUGGIERO PIO" userId="d8b9f649-fa39-45d2-bc10-634e3a48aab2" providerId="ADAL" clId="{40ABEF3A-460D-4681-97D8-E99F091DF0D0}" dt="2024-12-15T18:02:26.320" v="322" actId="26606"/>
          <ac:spMkLst>
            <pc:docMk/>
            <pc:sldMk cId="3024958490" sldId="261"/>
            <ac:spMk id="28" creationId="{4C8AB332-D09E-4F28-943C-DABDD4716A3C}"/>
          </ac:spMkLst>
        </pc:spChg>
        <pc:spChg chg="add">
          <ac:chgData name="PAZIENZA DOMENICO RUGGIERO PIO" userId="d8b9f649-fa39-45d2-bc10-634e3a48aab2" providerId="ADAL" clId="{40ABEF3A-460D-4681-97D8-E99F091DF0D0}" dt="2024-12-15T18:03:55.761" v="366"/>
          <ac:spMkLst>
            <pc:docMk/>
            <pc:sldMk cId="3024958490" sldId="261"/>
            <ac:spMk id="33" creationId="{FFDCB1A2-F970-0E3F-AE24-ABA9A3493F8B}"/>
          </ac:spMkLst>
        </pc:spChg>
        <pc:spChg chg="add del">
          <ac:chgData name="PAZIENZA DOMENICO RUGGIERO PIO" userId="d8b9f649-fa39-45d2-bc10-634e3a48aab2" providerId="ADAL" clId="{40ABEF3A-460D-4681-97D8-E99F091DF0D0}" dt="2024-12-15T18:04:09.044" v="371" actId="26606"/>
          <ac:spMkLst>
            <pc:docMk/>
            <pc:sldMk cId="3024958490" sldId="261"/>
            <ac:spMk id="34" creationId="{9F79630B-0F0B-446E-A637-38FA8F61D10E}"/>
          </ac:spMkLst>
        </pc:spChg>
        <pc:spChg chg="add del">
          <ac:chgData name="PAZIENZA DOMENICO RUGGIERO PIO" userId="d8b9f649-fa39-45d2-bc10-634e3a48aab2" providerId="ADAL" clId="{40ABEF3A-460D-4681-97D8-E99F091DF0D0}" dt="2024-12-15T18:04:09.044" v="371" actId="26606"/>
          <ac:spMkLst>
            <pc:docMk/>
            <pc:sldMk cId="3024958490" sldId="261"/>
            <ac:spMk id="35" creationId="{B3437C99-FC8E-4311-B48A-F0C4C329B154}"/>
          </ac:spMkLst>
        </pc:spChg>
        <pc:spChg chg="add del">
          <ac:chgData name="PAZIENZA DOMENICO RUGGIERO PIO" userId="d8b9f649-fa39-45d2-bc10-634e3a48aab2" providerId="ADAL" clId="{40ABEF3A-460D-4681-97D8-E99F091DF0D0}" dt="2024-12-15T18:04:09.039" v="370" actId="26606"/>
          <ac:spMkLst>
            <pc:docMk/>
            <pc:sldMk cId="3024958490" sldId="261"/>
            <ac:spMk id="40" creationId="{9F79630B-0F0B-446E-A637-38FA8F61D10E}"/>
          </ac:spMkLst>
        </pc:spChg>
        <pc:spChg chg="add del">
          <ac:chgData name="PAZIENZA DOMENICO RUGGIERO PIO" userId="d8b9f649-fa39-45d2-bc10-634e3a48aab2" providerId="ADAL" clId="{40ABEF3A-460D-4681-97D8-E99F091DF0D0}" dt="2024-12-15T18:04:09.039" v="370" actId="26606"/>
          <ac:spMkLst>
            <pc:docMk/>
            <pc:sldMk cId="3024958490" sldId="261"/>
            <ac:spMk id="42" creationId="{B3437C99-FC8E-4311-B48A-F0C4C329B154}"/>
          </ac:spMkLst>
        </pc:spChg>
        <pc:spChg chg="add del">
          <ac:chgData name="PAZIENZA DOMENICO RUGGIERO PIO" userId="d8b9f649-fa39-45d2-bc10-634e3a48aab2" providerId="ADAL" clId="{40ABEF3A-460D-4681-97D8-E99F091DF0D0}" dt="2024-12-15T18:04:57.762" v="387" actId="26606"/>
          <ac:spMkLst>
            <pc:docMk/>
            <pc:sldMk cId="3024958490" sldId="261"/>
            <ac:spMk id="44" creationId="{04812C46-200A-4DEB-A05E-3ED6C68C2387}"/>
          </ac:spMkLst>
        </pc:spChg>
        <pc:spChg chg="add del">
          <ac:chgData name="PAZIENZA DOMENICO RUGGIERO PIO" userId="d8b9f649-fa39-45d2-bc10-634e3a48aab2" providerId="ADAL" clId="{40ABEF3A-460D-4681-97D8-E99F091DF0D0}" dt="2024-12-15T18:04:57.762" v="387" actId="26606"/>
          <ac:spMkLst>
            <pc:docMk/>
            <pc:sldMk cId="3024958490" sldId="261"/>
            <ac:spMk id="45" creationId="{D1EA859B-E555-4109-94F3-6700E046E008}"/>
          </ac:spMkLst>
        </pc:spChg>
        <pc:spChg chg="add del">
          <ac:chgData name="PAZIENZA DOMENICO RUGGIERO PIO" userId="d8b9f649-fa39-45d2-bc10-634e3a48aab2" providerId="ADAL" clId="{40ABEF3A-460D-4681-97D8-E99F091DF0D0}" dt="2024-12-15T18:11:21.516" v="467" actId="26606"/>
          <ac:spMkLst>
            <pc:docMk/>
            <pc:sldMk cId="3024958490" sldId="261"/>
            <ac:spMk id="50" creationId="{F13C74B1-5B17-4795-BED0-7140497B445A}"/>
          </ac:spMkLst>
        </pc:spChg>
        <pc:spChg chg="add del">
          <ac:chgData name="PAZIENZA DOMENICO RUGGIERO PIO" userId="d8b9f649-fa39-45d2-bc10-634e3a48aab2" providerId="ADAL" clId="{40ABEF3A-460D-4681-97D8-E99F091DF0D0}" dt="2024-12-15T18:11:21.516" v="467" actId="26606"/>
          <ac:spMkLst>
            <pc:docMk/>
            <pc:sldMk cId="3024958490" sldId="261"/>
            <ac:spMk id="52" creationId="{D4974D33-8DC5-464E-8C6D-BE58F0669C17}"/>
          </ac:spMkLst>
        </pc:spChg>
        <pc:spChg chg="add del">
          <ac:chgData name="PAZIENZA DOMENICO RUGGIERO PIO" userId="d8b9f649-fa39-45d2-bc10-634e3a48aab2" providerId="ADAL" clId="{40ABEF3A-460D-4681-97D8-E99F091DF0D0}" dt="2024-12-15T18:12:05.692" v="474" actId="26606"/>
          <ac:spMkLst>
            <pc:docMk/>
            <pc:sldMk cId="3024958490" sldId="261"/>
            <ac:spMk id="3082" creationId="{743AA782-23D1-4521-8CAD-47662984AA08}"/>
          </ac:spMkLst>
        </pc:spChg>
        <pc:spChg chg="add del">
          <ac:chgData name="PAZIENZA DOMENICO RUGGIERO PIO" userId="d8b9f649-fa39-45d2-bc10-634e3a48aab2" providerId="ADAL" clId="{40ABEF3A-460D-4681-97D8-E99F091DF0D0}" dt="2024-12-15T18:12:05.692" v="474" actId="26606"/>
          <ac:spMkLst>
            <pc:docMk/>
            <pc:sldMk cId="3024958490" sldId="261"/>
            <ac:spMk id="3084" creationId="{71877DBC-BB60-40F0-AC93-2ACDBAAE60CE}"/>
          </ac:spMkLst>
        </pc:spChg>
        <pc:spChg chg="add">
          <ac:chgData name="PAZIENZA DOMENICO RUGGIERO PIO" userId="d8b9f649-fa39-45d2-bc10-634e3a48aab2" providerId="ADAL" clId="{40ABEF3A-460D-4681-97D8-E99F091DF0D0}" dt="2024-12-15T18:12:05.692" v="474" actId="26606"/>
          <ac:spMkLst>
            <pc:docMk/>
            <pc:sldMk cId="3024958490" sldId="261"/>
            <ac:spMk id="3089" creationId="{743AA782-23D1-4521-8CAD-47662984AA08}"/>
          </ac:spMkLst>
        </pc:spChg>
        <pc:spChg chg="add">
          <ac:chgData name="PAZIENZA DOMENICO RUGGIERO PIO" userId="d8b9f649-fa39-45d2-bc10-634e3a48aab2" providerId="ADAL" clId="{40ABEF3A-460D-4681-97D8-E99F091DF0D0}" dt="2024-12-15T18:12:05.692" v="474" actId="26606"/>
          <ac:spMkLst>
            <pc:docMk/>
            <pc:sldMk cId="3024958490" sldId="261"/>
            <ac:spMk id="3091" creationId="{71877DBC-BB60-40F0-AC93-2ACDBAAE60CE}"/>
          </ac:spMkLst>
        </pc:spChg>
        <pc:grpChg chg="add del">
          <ac:chgData name="PAZIENZA DOMENICO RUGGIERO PIO" userId="d8b9f649-fa39-45d2-bc10-634e3a48aab2" providerId="ADAL" clId="{40ABEF3A-460D-4681-97D8-E99F091DF0D0}" dt="2024-12-15T18:03:37.211" v="362" actId="26606"/>
          <ac:grpSpMkLst>
            <pc:docMk/>
            <pc:sldMk cId="3024958490" sldId="261"/>
            <ac:grpSpMk id="30" creationId="{1FD67D68-9B83-C338-8342-3348D8F22347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8:02:15.371" v="318" actId="26606"/>
          <ac:graphicFrameMkLst>
            <pc:docMk/>
            <pc:sldMk cId="3024958490" sldId="261"/>
            <ac:graphicFrameMk id="20" creationId="{9BFE5266-6528-30C4-8CC2-DD202C191448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8:02:16.376" v="320" actId="26606"/>
          <ac:graphicFrameMkLst>
            <pc:docMk/>
            <pc:sldMk cId="3024958490" sldId="261"/>
            <ac:graphicFrameMk id="22" creationId="{38E95C5C-14F8-4704-82B4-87590E1B2975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8:02:26.320" v="322" actId="26606"/>
          <ac:graphicFrameMkLst>
            <pc:docMk/>
            <pc:sldMk cId="3024958490" sldId="261"/>
            <ac:graphicFrameMk id="29" creationId="{9BFE5266-6528-30C4-8CC2-DD202C191448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8:02:09.417" v="314" actId="26606"/>
          <ac:picMkLst>
            <pc:docMk/>
            <pc:sldMk cId="3024958490" sldId="261"/>
            <ac:picMk id="5" creationId="{BFEA79C5-F7B7-ED73-CBC3-6618AD86C6BB}"/>
          </ac:picMkLst>
        </pc:picChg>
        <pc:picChg chg="add del mod ord">
          <ac:chgData name="PAZIENZA DOMENICO RUGGIERO PIO" userId="d8b9f649-fa39-45d2-bc10-634e3a48aab2" providerId="ADAL" clId="{40ABEF3A-460D-4681-97D8-E99F091DF0D0}" dt="2024-12-15T18:10:52.049" v="465" actId="478"/>
          <ac:picMkLst>
            <pc:docMk/>
            <pc:sldMk cId="3024958490" sldId="261"/>
            <ac:picMk id="7" creationId="{74F257E2-8965-097C-9B2E-29E0EA58CF0C}"/>
          </ac:picMkLst>
        </pc:picChg>
        <pc:picChg chg="add del">
          <ac:chgData name="PAZIENZA DOMENICO RUGGIERO PIO" userId="d8b9f649-fa39-45d2-bc10-634e3a48aab2" providerId="ADAL" clId="{40ABEF3A-460D-4681-97D8-E99F091DF0D0}" dt="2024-12-15T18:02:10.661" v="316" actId="26606"/>
          <ac:picMkLst>
            <pc:docMk/>
            <pc:sldMk cId="3024958490" sldId="261"/>
            <ac:picMk id="14" creationId="{590D86D5-6FA9-BE3B-A86A-E369DB5E9C34}"/>
          </ac:picMkLst>
        </pc:picChg>
        <pc:picChg chg="add del mod">
          <ac:chgData name="PAZIENZA DOMENICO RUGGIERO PIO" userId="d8b9f649-fa39-45d2-bc10-634e3a48aab2" providerId="ADAL" clId="{40ABEF3A-460D-4681-97D8-E99F091DF0D0}" dt="2024-12-15T18:11:57.249" v="469" actId="478"/>
          <ac:picMkLst>
            <pc:docMk/>
            <pc:sldMk cId="3024958490" sldId="261"/>
            <ac:picMk id="3077" creationId="{58D67FF0-B7DC-2738-1E19-312D6F2F45F6}"/>
          </ac:picMkLst>
        </pc:picChg>
        <pc:picChg chg="add">
          <ac:chgData name="PAZIENZA DOMENICO RUGGIERO PIO" userId="d8b9f649-fa39-45d2-bc10-634e3a48aab2" providerId="ADAL" clId="{40ABEF3A-460D-4681-97D8-E99F091DF0D0}" dt="2024-12-15T18:11:57.759" v="470"/>
          <ac:picMkLst>
            <pc:docMk/>
            <pc:sldMk cId="3024958490" sldId="261"/>
            <ac:picMk id="3079" creationId="{E2E13CAB-2FB8-5A11-8657-C1C64D0D4A4B}"/>
          </ac:picMkLst>
        </pc:picChg>
        <pc:picChg chg="add mod">
          <ac:chgData name="PAZIENZA DOMENICO RUGGIERO PIO" userId="d8b9f649-fa39-45d2-bc10-634e3a48aab2" providerId="ADAL" clId="{40ABEF3A-460D-4681-97D8-E99F091DF0D0}" dt="2024-12-15T18:12:18.531" v="479"/>
          <ac:picMkLst>
            <pc:docMk/>
            <pc:sldMk cId="3024958490" sldId="261"/>
            <ac:picMk id="3081" creationId="{1160EB42-78A0-60A3-5418-D815C31187E3}"/>
          </ac:picMkLst>
        </pc:picChg>
        <pc:cxnChg chg="add del">
          <ac:chgData name="PAZIENZA DOMENICO RUGGIERO PIO" userId="d8b9f649-fa39-45d2-bc10-634e3a48aab2" providerId="ADAL" clId="{40ABEF3A-460D-4681-97D8-E99F091DF0D0}" dt="2024-12-15T18:02:15.371" v="318" actId="26606"/>
          <ac:cxnSpMkLst>
            <pc:docMk/>
            <pc:sldMk cId="3024958490" sldId="261"/>
            <ac:cxnSpMk id="18" creationId="{C8F51B3F-8331-4E4A-AE96-D47B1006EEAD}"/>
          </ac:cxnSpMkLst>
        </pc:cxnChg>
        <pc:cxnChg chg="add del">
          <ac:chgData name="PAZIENZA DOMENICO RUGGIERO PIO" userId="d8b9f649-fa39-45d2-bc10-634e3a48aab2" providerId="ADAL" clId="{40ABEF3A-460D-4681-97D8-E99F091DF0D0}" dt="2024-12-15T18:02:26.320" v="322" actId="26606"/>
          <ac:cxnSpMkLst>
            <pc:docMk/>
            <pc:sldMk cId="3024958490" sldId="261"/>
            <ac:cxnSpMk id="25" creationId="{C8F51B3F-8331-4E4A-AE96-D47B1006EEAD}"/>
          </ac:cxnSpMkLst>
        </pc:cxnChg>
      </pc:sldChg>
      <pc:sldChg chg="addSp modSp new mod setBg">
        <pc:chgData name="PAZIENZA DOMENICO RUGGIERO PIO" userId="d8b9f649-fa39-45d2-bc10-634e3a48aab2" providerId="ADAL" clId="{40ABEF3A-460D-4681-97D8-E99F091DF0D0}" dt="2024-12-15T18:07:07.177" v="403" actId="26606"/>
        <pc:sldMkLst>
          <pc:docMk/>
          <pc:sldMk cId="1675215385" sldId="262"/>
        </pc:sldMkLst>
        <pc:spChg chg="mod">
          <ac:chgData name="PAZIENZA DOMENICO RUGGIERO PIO" userId="d8b9f649-fa39-45d2-bc10-634e3a48aab2" providerId="ADAL" clId="{40ABEF3A-460D-4681-97D8-E99F091DF0D0}" dt="2024-12-15T18:07:07.177" v="403" actId="26606"/>
          <ac:spMkLst>
            <pc:docMk/>
            <pc:sldMk cId="1675215385" sldId="262"/>
            <ac:spMk id="2" creationId="{3EAD5CA5-05A4-BD0B-6107-FC2938DF745E}"/>
          </ac:spMkLst>
        </pc:spChg>
        <pc:spChg chg="mod">
          <ac:chgData name="PAZIENZA DOMENICO RUGGIERO PIO" userId="d8b9f649-fa39-45d2-bc10-634e3a48aab2" providerId="ADAL" clId="{40ABEF3A-460D-4681-97D8-E99F091DF0D0}" dt="2024-12-15T18:07:07.177" v="403" actId="26606"/>
          <ac:spMkLst>
            <pc:docMk/>
            <pc:sldMk cId="1675215385" sldId="262"/>
            <ac:spMk id="3" creationId="{06C56904-38FE-AA4D-DC4E-A24B1F7FD641}"/>
          </ac:spMkLst>
        </pc:spChg>
        <pc:spChg chg="add">
          <ac:chgData name="PAZIENZA DOMENICO RUGGIERO PIO" userId="d8b9f649-fa39-45d2-bc10-634e3a48aab2" providerId="ADAL" clId="{40ABEF3A-460D-4681-97D8-E99F091DF0D0}" dt="2024-12-15T18:07:07.177" v="403" actId="26606"/>
          <ac:spMkLst>
            <pc:docMk/>
            <pc:sldMk cId="1675215385" sldId="262"/>
            <ac:spMk id="8" creationId="{777A147A-9ED8-46B4-8660-1B3C2AA880B5}"/>
          </ac:spMkLst>
        </pc:spChg>
        <pc:spChg chg="add">
          <ac:chgData name="PAZIENZA DOMENICO RUGGIERO PIO" userId="d8b9f649-fa39-45d2-bc10-634e3a48aab2" providerId="ADAL" clId="{40ABEF3A-460D-4681-97D8-E99F091DF0D0}" dt="2024-12-15T18:07:07.177" v="403" actId="26606"/>
          <ac:spMkLst>
            <pc:docMk/>
            <pc:sldMk cId="1675215385" sldId="262"/>
            <ac:spMk id="10" creationId="{5D6C15A0-C087-4593-8414-2B4EC1CDC3DE}"/>
          </ac:spMkLst>
        </pc:spChg>
      </pc:sldChg>
      <pc:sldChg chg="addSp delSp modSp new del mod setBg">
        <pc:chgData name="PAZIENZA DOMENICO RUGGIERO PIO" userId="d8b9f649-fa39-45d2-bc10-634e3a48aab2" providerId="ADAL" clId="{40ABEF3A-460D-4681-97D8-E99F091DF0D0}" dt="2024-12-15T18:06:27.292" v="398" actId="47"/>
        <pc:sldMkLst>
          <pc:docMk/>
          <pc:sldMk cId="1896366795" sldId="262"/>
        </pc:sldMkLst>
        <pc:spChg chg="mod">
          <ac:chgData name="PAZIENZA DOMENICO RUGGIERO PIO" userId="d8b9f649-fa39-45d2-bc10-634e3a48aab2" providerId="ADAL" clId="{40ABEF3A-460D-4681-97D8-E99F091DF0D0}" dt="2024-12-15T18:06:03.623" v="397" actId="26606"/>
          <ac:spMkLst>
            <pc:docMk/>
            <pc:sldMk cId="1896366795" sldId="262"/>
            <ac:spMk id="2" creationId="{842CB7E0-F22F-E2CC-BC0E-A1DE8B732F92}"/>
          </ac:spMkLst>
        </pc:spChg>
        <pc:spChg chg="add del mod">
          <ac:chgData name="PAZIENZA DOMENICO RUGGIERO PIO" userId="d8b9f649-fa39-45d2-bc10-634e3a48aab2" providerId="ADAL" clId="{40ABEF3A-460D-4681-97D8-E99F091DF0D0}" dt="2024-12-15T18:06:03.623" v="397" actId="26606"/>
          <ac:spMkLst>
            <pc:docMk/>
            <pc:sldMk cId="1896366795" sldId="262"/>
            <ac:spMk id="3" creationId="{9215533B-EAC6-39B3-0B80-558C05054B90}"/>
          </ac:spMkLst>
        </pc:spChg>
        <pc:spChg chg="add del">
          <ac:chgData name="PAZIENZA DOMENICO RUGGIERO PIO" userId="d8b9f649-fa39-45d2-bc10-634e3a48aab2" providerId="ADAL" clId="{40ABEF3A-460D-4681-97D8-E99F091DF0D0}" dt="2024-12-15T18:06:02.491" v="394" actId="26606"/>
          <ac:spMkLst>
            <pc:docMk/>
            <pc:sldMk cId="1896366795" sldId="262"/>
            <ac:spMk id="9" creationId="{35DB3719-6FDC-4E5D-891D-FF40B7300F64}"/>
          </ac:spMkLst>
        </pc:spChg>
        <pc:spChg chg="add del">
          <ac:chgData name="PAZIENZA DOMENICO RUGGIERO PIO" userId="d8b9f649-fa39-45d2-bc10-634e3a48aab2" providerId="ADAL" clId="{40ABEF3A-460D-4681-97D8-E99F091DF0D0}" dt="2024-12-15T18:06:03.611" v="396" actId="26606"/>
          <ac:spMkLst>
            <pc:docMk/>
            <pc:sldMk cId="1896366795" sldId="262"/>
            <ac:spMk id="10" creationId="{EDDBB197-D710-4A4F-A9CA-FD2177498BE8}"/>
          </ac:spMkLst>
        </pc:spChg>
        <pc:spChg chg="add del">
          <ac:chgData name="PAZIENZA DOMENICO RUGGIERO PIO" userId="d8b9f649-fa39-45d2-bc10-634e3a48aab2" providerId="ADAL" clId="{40ABEF3A-460D-4681-97D8-E99F091DF0D0}" dt="2024-12-15T18:06:02.491" v="394" actId="26606"/>
          <ac:spMkLst>
            <pc:docMk/>
            <pc:sldMk cId="1896366795" sldId="262"/>
            <ac:spMk id="11" creationId="{E0CBAC23-2E3F-4A90-BA59-F8299F6A5439}"/>
          </ac:spMkLst>
        </pc:spChg>
        <pc:spChg chg="add del">
          <ac:chgData name="PAZIENZA DOMENICO RUGGIERO PIO" userId="d8b9f649-fa39-45d2-bc10-634e3a48aab2" providerId="ADAL" clId="{40ABEF3A-460D-4681-97D8-E99F091DF0D0}" dt="2024-12-15T18:06:03.611" v="396" actId="26606"/>
          <ac:spMkLst>
            <pc:docMk/>
            <pc:sldMk cId="1896366795" sldId="262"/>
            <ac:spMk id="12" creationId="{975D1CFA-2CDB-4B64-BD9F-85744E8DA12F}"/>
          </ac:spMkLst>
        </pc:spChg>
        <pc:spChg chg="add del">
          <ac:chgData name="PAZIENZA DOMENICO RUGGIERO PIO" userId="d8b9f649-fa39-45d2-bc10-634e3a48aab2" providerId="ADAL" clId="{40ABEF3A-460D-4681-97D8-E99F091DF0D0}" dt="2024-12-15T18:06:03.611" v="396" actId="26606"/>
          <ac:spMkLst>
            <pc:docMk/>
            <pc:sldMk cId="1896366795" sldId="262"/>
            <ac:spMk id="13" creationId="{9215533B-EAC6-39B3-0B80-558C05054B90}"/>
          </ac:spMkLst>
        </pc:spChg>
        <pc:spChg chg="add">
          <ac:chgData name="PAZIENZA DOMENICO RUGGIERO PIO" userId="d8b9f649-fa39-45d2-bc10-634e3a48aab2" providerId="ADAL" clId="{40ABEF3A-460D-4681-97D8-E99F091DF0D0}" dt="2024-12-15T18:06:03.623" v="397" actId="26606"/>
          <ac:spMkLst>
            <pc:docMk/>
            <pc:sldMk cId="1896366795" sldId="262"/>
            <ac:spMk id="20" creationId="{5D7F64A8-D625-4F61-A290-B499BB62ACFF}"/>
          </ac:spMkLst>
        </pc:spChg>
        <pc:spChg chg="add">
          <ac:chgData name="PAZIENZA DOMENICO RUGGIERO PIO" userId="d8b9f649-fa39-45d2-bc10-634e3a48aab2" providerId="ADAL" clId="{40ABEF3A-460D-4681-97D8-E99F091DF0D0}" dt="2024-12-15T18:06:03.623" v="397" actId="26606"/>
          <ac:spMkLst>
            <pc:docMk/>
            <pc:sldMk cId="1896366795" sldId="262"/>
            <ac:spMk id="22" creationId="{9215533B-EAC6-39B3-0B80-558C05054B90}"/>
          </ac:spMkLst>
        </pc:spChg>
        <pc:grpChg chg="add del">
          <ac:chgData name="PAZIENZA DOMENICO RUGGIERO PIO" userId="d8b9f649-fa39-45d2-bc10-634e3a48aab2" providerId="ADAL" clId="{40ABEF3A-460D-4681-97D8-E99F091DF0D0}" dt="2024-12-15T18:06:03.611" v="396" actId="26606"/>
          <ac:grpSpMkLst>
            <pc:docMk/>
            <pc:sldMk cId="1896366795" sldId="262"/>
            <ac:grpSpMk id="14" creationId="{25EE5136-01F1-466C-962D-BA9B4C6757AA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8:06:02.491" v="394" actId="26606"/>
          <ac:graphicFrameMkLst>
            <pc:docMk/>
            <pc:sldMk cId="1896366795" sldId="262"/>
            <ac:graphicFrameMk id="5" creationId="{ED5A6CAB-B655-5FC8-B075-C29F7B0A4781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8:06:03.611" v="396" actId="26606"/>
          <ac:picMkLst>
            <pc:docMk/>
            <pc:sldMk cId="1896366795" sldId="262"/>
            <ac:picMk id="7" creationId="{65CC77AF-C33F-E93D-859F-A7EC60BBBE1F}"/>
          </ac:picMkLst>
        </pc:picChg>
        <pc:picChg chg="add">
          <ac:chgData name="PAZIENZA DOMENICO RUGGIERO PIO" userId="d8b9f649-fa39-45d2-bc10-634e3a48aab2" providerId="ADAL" clId="{40ABEF3A-460D-4681-97D8-E99F091DF0D0}" dt="2024-12-15T18:06:03.623" v="397" actId="26606"/>
          <ac:picMkLst>
            <pc:docMk/>
            <pc:sldMk cId="1896366795" sldId="262"/>
            <ac:picMk id="21" creationId="{B0B300BB-9ED8-8B99-E36B-81804AD1FBC8}"/>
          </ac:picMkLst>
        </pc:picChg>
        <pc:picChg chg="add">
          <ac:chgData name="PAZIENZA DOMENICO RUGGIERO PIO" userId="d8b9f649-fa39-45d2-bc10-634e3a48aab2" providerId="ADAL" clId="{40ABEF3A-460D-4681-97D8-E99F091DF0D0}" dt="2024-12-15T18:06:03.623" v="397" actId="26606"/>
          <ac:picMkLst>
            <pc:docMk/>
            <pc:sldMk cId="1896366795" sldId="262"/>
            <ac:picMk id="23" creationId="{D46B455B-2A36-4E54-BAAE-BC30FE71B74B}"/>
          </ac:picMkLst>
        </pc:picChg>
      </pc:sldChg>
      <pc:sldChg chg="addSp delSp modSp new mod setBg">
        <pc:chgData name="PAZIENZA DOMENICO RUGGIERO PIO" userId="d8b9f649-fa39-45d2-bc10-634e3a48aab2" providerId="ADAL" clId="{40ABEF3A-460D-4681-97D8-E99F091DF0D0}" dt="2024-12-15T18:10:39.831" v="464" actId="27636"/>
        <pc:sldMkLst>
          <pc:docMk/>
          <pc:sldMk cId="1142200231" sldId="263"/>
        </pc:sldMkLst>
        <pc:spChg chg="mod">
          <ac:chgData name="PAZIENZA DOMENICO RUGGIERO PIO" userId="d8b9f649-fa39-45d2-bc10-634e3a48aab2" providerId="ADAL" clId="{40ABEF3A-460D-4681-97D8-E99F091DF0D0}" dt="2024-12-15T18:10:04.674" v="446" actId="26606"/>
          <ac:spMkLst>
            <pc:docMk/>
            <pc:sldMk cId="1142200231" sldId="263"/>
            <ac:spMk id="2" creationId="{C632A626-E818-D365-76EE-FECB0F5CC118}"/>
          </ac:spMkLst>
        </pc:spChg>
        <pc:spChg chg="add del mod">
          <ac:chgData name="PAZIENZA DOMENICO RUGGIERO PIO" userId="d8b9f649-fa39-45d2-bc10-634e3a48aab2" providerId="ADAL" clId="{40ABEF3A-460D-4681-97D8-E99F091DF0D0}" dt="2024-12-15T18:09:44.350" v="445" actId="26606"/>
          <ac:spMkLst>
            <pc:docMk/>
            <pc:sldMk cId="1142200231" sldId="263"/>
            <ac:spMk id="3" creationId="{B15193F0-035A-0EFA-A28E-61569AB66FAC}"/>
          </ac:spMkLst>
        </pc:spChg>
        <pc:spChg chg="add del">
          <ac:chgData name="PAZIENZA DOMENICO RUGGIERO PIO" userId="d8b9f649-fa39-45d2-bc10-634e3a48aab2" providerId="ADAL" clId="{40ABEF3A-460D-4681-97D8-E99F091DF0D0}" dt="2024-12-15T18:09:35.575" v="436" actId="26606"/>
          <ac:spMkLst>
            <pc:docMk/>
            <pc:sldMk cId="1142200231" sldId="263"/>
            <ac:spMk id="8" creationId="{907EF6B7-1338-4443-8C46-6A318D952DFD}"/>
          </ac:spMkLst>
        </pc:spChg>
        <pc:spChg chg="add del">
          <ac:chgData name="PAZIENZA DOMENICO RUGGIERO PIO" userId="d8b9f649-fa39-45d2-bc10-634e3a48aab2" providerId="ADAL" clId="{40ABEF3A-460D-4681-97D8-E99F091DF0D0}" dt="2024-12-15T18:08:59.903" v="424" actId="26606"/>
          <ac:spMkLst>
            <pc:docMk/>
            <pc:sldMk cId="1142200231" sldId="263"/>
            <ac:spMk id="9" creationId="{F13C74B1-5B17-4795-BED0-7140497B445A}"/>
          </ac:spMkLst>
        </pc:spChg>
        <pc:spChg chg="add del">
          <ac:chgData name="PAZIENZA DOMENICO RUGGIERO PIO" userId="d8b9f649-fa39-45d2-bc10-634e3a48aab2" providerId="ADAL" clId="{40ABEF3A-460D-4681-97D8-E99F091DF0D0}" dt="2024-12-15T18:08:15.914" v="411" actId="26606"/>
          <ac:spMkLst>
            <pc:docMk/>
            <pc:sldMk cId="1142200231" sldId="263"/>
            <ac:spMk id="10" creationId="{D1D34770-47A8-402C-AF23-2B653F2D88C1}"/>
          </ac:spMkLst>
        </pc:spChg>
        <pc:spChg chg="add del">
          <ac:chgData name="PAZIENZA DOMENICO RUGGIERO PIO" userId="d8b9f649-fa39-45d2-bc10-634e3a48aab2" providerId="ADAL" clId="{40ABEF3A-460D-4681-97D8-E99F091DF0D0}" dt="2024-12-15T18:08:59.903" v="424" actId="26606"/>
          <ac:spMkLst>
            <pc:docMk/>
            <pc:sldMk cId="1142200231" sldId="263"/>
            <ac:spMk id="11" creationId="{D4974D33-8DC5-464E-8C6D-BE58F0669C17}"/>
          </ac:spMkLst>
        </pc:spChg>
        <pc:spChg chg="add del">
          <ac:chgData name="PAZIENZA DOMENICO RUGGIERO PIO" userId="d8b9f649-fa39-45d2-bc10-634e3a48aab2" providerId="ADAL" clId="{40ABEF3A-460D-4681-97D8-E99F091DF0D0}" dt="2024-12-15T18:09:35.575" v="436" actId="26606"/>
          <ac:spMkLst>
            <pc:docMk/>
            <pc:sldMk cId="1142200231" sldId="263"/>
            <ac:spMk id="12" creationId="{081E4A58-353D-44AE-B2FC-2A74E2E400F7}"/>
          </ac:spMkLst>
        </pc:spChg>
        <pc:spChg chg="add del">
          <ac:chgData name="PAZIENZA DOMENICO RUGGIERO PIO" userId="d8b9f649-fa39-45d2-bc10-634e3a48aab2" providerId="ADAL" clId="{40ABEF3A-460D-4681-97D8-E99F091DF0D0}" dt="2024-12-15T18:09:18.478" v="426" actId="26606"/>
          <ac:spMkLst>
            <pc:docMk/>
            <pc:sldMk cId="1142200231" sldId="263"/>
            <ac:spMk id="13" creationId="{D0300FD3-5AF1-6305-15FA-9078072672E2}"/>
          </ac:spMkLst>
        </pc:spChg>
        <pc:spChg chg="add del">
          <ac:chgData name="PAZIENZA DOMENICO RUGGIERO PIO" userId="d8b9f649-fa39-45d2-bc10-634e3a48aab2" providerId="ADAL" clId="{40ABEF3A-460D-4681-97D8-E99F091DF0D0}" dt="2024-12-15T18:09:18.478" v="426" actId="26606"/>
          <ac:spMkLst>
            <pc:docMk/>
            <pc:sldMk cId="1142200231" sldId="263"/>
            <ac:spMk id="14" creationId="{9F7D5CDA-D291-4307-BF55-1381FED29634}"/>
          </ac:spMkLst>
        </pc:spChg>
        <pc:spChg chg="add del">
          <ac:chgData name="PAZIENZA DOMENICO RUGGIERO PIO" userId="d8b9f649-fa39-45d2-bc10-634e3a48aab2" providerId="ADAL" clId="{40ABEF3A-460D-4681-97D8-E99F091DF0D0}" dt="2024-12-15T18:09:18.478" v="426" actId="26606"/>
          <ac:spMkLst>
            <pc:docMk/>
            <pc:sldMk cId="1142200231" sldId="263"/>
            <ac:spMk id="16" creationId="{59B296B9-C5A5-4E4F-9B60-C907B5F1466C}"/>
          </ac:spMkLst>
        </pc:spChg>
        <pc:spChg chg="add del">
          <ac:chgData name="PAZIENZA DOMENICO RUGGIERO PIO" userId="d8b9f649-fa39-45d2-bc10-634e3a48aab2" providerId="ADAL" clId="{40ABEF3A-460D-4681-97D8-E99F091DF0D0}" dt="2024-12-15T18:09:33.531" v="432" actId="26606"/>
          <ac:spMkLst>
            <pc:docMk/>
            <pc:sldMk cId="1142200231" sldId="263"/>
            <ac:spMk id="24" creationId="{F13C74B1-5B17-4795-BED0-7140497B445A}"/>
          </ac:spMkLst>
        </pc:spChg>
        <pc:spChg chg="add del">
          <ac:chgData name="PAZIENZA DOMENICO RUGGIERO PIO" userId="d8b9f649-fa39-45d2-bc10-634e3a48aab2" providerId="ADAL" clId="{40ABEF3A-460D-4681-97D8-E99F091DF0D0}" dt="2024-12-15T18:09:33.531" v="432" actId="26606"/>
          <ac:spMkLst>
            <pc:docMk/>
            <pc:sldMk cId="1142200231" sldId="263"/>
            <ac:spMk id="25" creationId="{D4974D33-8DC5-464E-8C6D-BE58F0669C17}"/>
          </ac:spMkLst>
        </pc:spChg>
        <pc:spChg chg="add del">
          <ac:chgData name="PAZIENZA DOMENICO RUGGIERO PIO" userId="d8b9f649-fa39-45d2-bc10-634e3a48aab2" providerId="ADAL" clId="{40ABEF3A-460D-4681-97D8-E99F091DF0D0}" dt="2024-12-15T18:09:34.325" v="434" actId="26606"/>
          <ac:spMkLst>
            <pc:docMk/>
            <pc:sldMk cId="1142200231" sldId="263"/>
            <ac:spMk id="28" creationId="{D1D34770-47A8-402C-AF23-2B653F2D88C1}"/>
          </ac:spMkLst>
        </pc:spChg>
        <pc:spChg chg="add del">
          <ac:chgData name="PAZIENZA DOMENICO RUGGIERO PIO" userId="d8b9f649-fa39-45d2-bc10-634e3a48aab2" providerId="ADAL" clId="{40ABEF3A-460D-4681-97D8-E99F091DF0D0}" dt="2024-12-15T18:09:35.575" v="436" actId="26606"/>
          <ac:spMkLst>
            <pc:docMk/>
            <pc:sldMk cId="1142200231" sldId="263"/>
            <ac:spMk id="32" creationId="{DAAE4CDD-124C-4DCF-9584-B6033B545DD5}"/>
          </ac:spMkLst>
        </pc:spChg>
        <pc:spChg chg="add del">
          <ac:chgData name="PAZIENZA DOMENICO RUGGIERO PIO" userId="d8b9f649-fa39-45d2-bc10-634e3a48aab2" providerId="ADAL" clId="{40ABEF3A-460D-4681-97D8-E99F091DF0D0}" dt="2024-12-15T18:09:35.575" v="436" actId="26606"/>
          <ac:spMkLst>
            <pc:docMk/>
            <pc:sldMk cId="1142200231" sldId="263"/>
            <ac:spMk id="33" creationId="{B15193F0-035A-0EFA-A28E-61569AB66FAC}"/>
          </ac:spMkLst>
        </pc:spChg>
        <pc:spChg chg="add del">
          <ac:chgData name="PAZIENZA DOMENICO RUGGIERO PIO" userId="d8b9f649-fa39-45d2-bc10-634e3a48aab2" providerId="ADAL" clId="{40ABEF3A-460D-4681-97D8-E99F091DF0D0}" dt="2024-12-15T18:09:36.454" v="438" actId="26606"/>
          <ac:spMkLst>
            <pc:docMk/>
            <pc:sldMk cId="1142200231" sldId="263"/>
            <ac:spMk id="35" creationId="{DB304A14-32D0-4873-B914-423ED7B8DAFD}"/>
          </ac:spMkLst>
        </pc:spChg>
        <pc:spChg chg="add del">
          <ac:chgData name="PAZIENZA DOMENICO RUGGIERO PIO" userId="d8b9f649-fa39-45d2-bc10-634e3a48aab2" providerId="ADAL" clId="{40ABEF3A-460D-4681-97D8-E99F091DF0D0}" dt="2024-12-15T18:09:36.454" v="438" actId="26606"/>
          <ac:spMkLst>
            <pc:docMk/>
            <pc:sldMk cId="1142200231" sldId="263"/>
            <ac:spMk id="37" creationId="{1D460C86-854F-4FB3-ABC2-E823D8FEB9DB}"/>
          </ac:spMkLst>
        </pc:spChg>
        <pc:spChg chg="add del">
          <ac:chgData name="PAZIENZA DOMENICO RUGGIERO PIO" userId="d8b9f649-fa39-45d2-bc10-634e3a48aab2" providerId="ADAL" clId="{40ABEF3A-460D-4681-97D8-E99F091DF0D0}" dt="2024-12-15T18:09:36.454" v="438" actId="26606"/>
          <ac:spMkLst>
            <pc:docMk/>
            <pc:sldMk cId="1142200231" sldId="263"/>
            <ac:spMk id="38" creationId="{BB48116A-278A-4CC5-89D3-9DE8E8FF1245}"/>
          </ac:spMkLst>
        </pc:spChg>
        <pc:spChg chg="add del">
          <ac:chgData name="PAZIENZA DOMENICO RUGGIERO PIO" userId="d8b9f649-fa39-45d2-bc10-634e3a48aab2" providerId="ADAL" clId="{40ABEF3A-460D-4681-97D8-E99F091DF0D0}" dt="2024-12-15T18:09:38.011" v="440" actId="26606"/>
          <ac:spMkLst>
            <pc:docMk/>
            <pc:sldMk cId="1142200231" sldId="263"/>
            <ac:spMk id="41" creationId="{9F7D5CDA-D291-4307-BF55-1381FED29634}"/>
          </ac:spMkLst>
        </pc:spChg>
        <pc:spChg chg="add del">
          <ac:chgData name="PAZIENZA DOMENICO RUGGIERO PIO" userId="d8b9f649-fa39-45d2-bc10-634e3a48aab2" providerId="ADAL" clId="{40ABEF3A-460D-4681-97D8-E99F091DF0D0}" dt="2024-12-15T18:09:38.011" v="440" actId="26606"/>
          <ac:spMkLst>
            <pc:docMk/>
            <pc:sldMk cId="1142200231" sldId="263"/>
            <ac:spMk id="42" creationId="{B15193F0-035A-0EFA-A28E-61569AB66FAC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45" creationId="{327D73B4-9F5C-4A64-A179-51B9500CB8B5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46" creationId="{C1F06963-6374-4B48-844F-071A9BAAAE02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47" creationId="{6CB927A4-E432-4310-9CD5-E89FF5063179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48" creationId="{1453BF6C-B012-48B7-B4E8-6D7AC7C27D02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49" creationId="{B15193F0-035A-0EFA-A28E-61569AB66FAC}"/>
          </ac:spMkLst>
        </pc:spChg>
        <pc:spChg chg="add del">
          <ac:chgData name="PAZIENZA DOMENICO RUGGIERO PIO" userId="d8b9f649-fa39-45d2-bc10-634e3a48aab2" providerId="ADAL" clId="{40ABEF3A-460D-4681-97D8-E99F091DF0D0}" dt="2024-12-15T18:09:40.088" v="442" actId="26606"/>
          <ac:spMkLst>
            <pc:docMk/>
            <pc:sldMk cId="1142200231" sldId="263"/>
            <ac:spMk id="50" creationId="{E3020543-B24B-4EC4-8FFC-8DD88EEA91A8}"/>
          </ac:spMkLst>
        </pc:spChg>
        <pc:spChg chg="add del">
          <ac:chgData name="PAZIENZA DOMENICO RUGGIERO PIO" userId="d8b9f649-fa39-45d2-bc10-634e3a48aab2" providerId="ADAL" clId="{40ABEF3A-460D-4681-97D8-E99F091DF0D0}" dt="2024-12-15T18:09:44.341" v="444" actId="26606"/>
          <ac:spMkLst>
            <pc:docMk/>
            <pc:sldMk cId="1142200231" sldId="263"/>
            <ac:spMk id="53" creationId="{04812C46-200A-4DEB-A05E-3ED6C68C2387}"/>
          </ac:spMkLst>
        </pc:spChg>
        <pc:spChg chg="add del">
          <ac:chgData name="PAZIENZA DOMENICO RUGGIERO PIO" userId="d8b9f649-fa39-45d2-bc10-634e3a48aab2" providerId="ADAL" clId="{40ABEF3A-460D-4681-97D8-E99F091DF0D0}" dt="2024-12-15T18:09:44.341" v="444" actId="26606"/>
          <ac:spMkLst>
            <pc:docMk/>
            <pc:sldMk cId="1142200231" sldId="263"/>
            <ac:spMk id="55" creationId="{D1EA859B-E555-4109-94F3-6700E046E008}"/>
          </ac:spMkLst>
        </pc:spChg>
        <pc:spChg chg="add del">
          <ac:chgData name="PAZIENZA DOMENICO RUGGIERO PIO" userId="d8b9f649-fa39-45d2-bc10-634e3a48aab2" providerId="ADAL" clId="{40ABEF3A-460D-4681-97D8-E99F091DF0D0}" dt="2024-12-15T18:09:44.341" v="444" actId="26606"/>
          <ac:spMkLst>
            <pc:docMk/>
            <pc:sldMk cId="1142200231" sldId="263"/>
            <ac:spMk id="56" creationId="{B15193F0-035A-0EFA-A28E-61569AB66FAC}"/>
          </ac:spMkLst>
        </pc:spChg>
        <pc:spChg chg="add del">
          <ac:chgData name="PAZIENZA DOMENICO RUGGIERO PIO" userId="d8b9f649-fa39-45d2-bc10-634e3a48aab2" providerId="ADAL" clId="{40ABEF3A-460D-4681-97D8-E99F091DF0D0}" dt="2024-12-15T18:10:04.674" v="446" actId="26606"/>
          <ac:spMkLst>
            <pc:docMk/>
            <pc:sldMk cId="1142200231" sldId="263"/>
            <ac:spMk id="58" creationId="{3ECBE1F1-D69B-4AFA-ABD5-8E41720EF6DE}"/>
          </ac:spMkLst>
        </pc:spChg>
        <pc:spChg chg="add del">
          <ac:chgData name="PAZIENZA DOMENICO RUGGIERO PIO" userId="d8b9f649-fa39-45d2-bc10-634e3a48aab2" providerId="ADAL" clId="{40ABEF3A-460D-4681-97D8-E99F091DF0D0}" dt="2024-12-15T18:10:04.674" v="446" actId="26606"/>
          <ac:spMkLst>
            <pc:docMk/>
            <pc:sldMk cId="1142200231" sldId="263"/>
            <ac:spMk id="60" creationId="{603A6265-E10C-4B85-9C20-E75FCAF9CC63}"/>
          </ac:spMkLst>
        </pc:spChg>
        <pc:spChg chg="add mod">
          <ac:chgData name="PAZIENZA DOMENICO RUGGIERO PIO" userId="d8b9f649-fa39-45d2-bc10-634e3a48aab2" providerId="ADAL" clId="{40ABEF3A-460D-4681-97D8-E99F091DF0D0}" dt="2024-12-15T18:10:39.831" v="464" actId="27636"/>
          <ac:spMkLst>
            <pc:docMk/>
            <pc:sldMk cId="1142200231" sldId="263"/>
            <ac:spMk id="61" creationId="{B15193F0-035A-0EFA-A28E-61569AB66FAC}"/>
          </ac:spMkLst>
        </pc:spChg>
        <pc:spChg chg="add">
          <ac:chgData name="PAZIENZA DOMENICO RUGGIERO PIO" userId="d8b9f649-fa39-45d2-bc10-634e3a48aab2" providerId="ADAL" clId="{40ABEF3A-460D-4681-97D8-E99F091DF0D0}" dt="2024-12-15T18:10:04.674" v="446" actId="26606"/>
          <ac:spMkLst>
            <pc:docMk/>
            <pc:sldMk cId="1142200231" sldId="263"/>
            <ac:spMk id="66" creationId="{04812C46-200A-4DEB-A05E-3ED6C68C2387}"/>
          </ac:spMkLst>
        </pc:spChg>
        <pc:spChg chg="add">
          <ac:chgData name="PAZIENZA DOMENICO RUGGIERO PIO" userId="d8b9f649-fa39-45d2-bc10-634e3a48aab2" providerId="ADAL" clId="{40ABEF3A-460D-4681-97D8-E99F091DF0D0}" dt="2024-12-15T18:10:04.674" v="446" actId="26606"/>
          <ac:spMkLst>
            <pc:docMk/>
            <pc:sldMk cId="1142200231" sldId="263"/>
            <ac:spMk id="68" creationId="{D1EA859B-E555-4109-94F3-6700E046E008}"/>
          </ac:spMkLst>
        </pc:spChg>
        <pc:graphicFrameChg chg="add del">
          <ac:chgData name="PAZIENZA DOMENICO RUGGIERO PIO" userId="d8b9f649-fa39-45d2-bc10-634e3a48aab2" providerId="ADAL" clId="{40ABEF3A-460D-4681-97D8-E99F091DF0D0}" dt="2024-12-15T18:08:15.914" v="411" actId="26606"/>
          <ac:graphicFrameMkLst>
            <pc:docMk/>
            <pc:sldMk cId="1142200231" sldId="263"/>
            <ac:graphicFrameMk id="5" creationId="{D3F82A76-3C71-A079-ACFA-2B254233140A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8:09:34.325" v="434" actId="26606"/>
          <ac:graphicFrameMkLst>
            <pc:docMk/>
            <pc:sldMk cId="1142200231" sldId="263"/>
            <ac:graphicFrameMk id="30" creationId="{5282BBF0-EC18-7C1B-5C78-777367CD7EF8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8:09:36.454" v="438" actId="26606"/>
          <ac:graphicFrameMkLst>
            <pc:docMk/>
            <pc:sldMk cId="1142200231" sldId="263"/>
            <ac:graphicFrameMk id="39" creationId="{5075B4E4-8E0D-CC18-63DD-962731DD13D3}"/>
          </ac:graphicFrameMkLst>
        </pc:graphicFrameChg>
        <pc:picChg chg="add del">
          <ac:chgData name="PAZIENZA DOMENICO RUGGIERO PIO" userId="d8b9f649-fa39-45d2-bc10-634e3a48aab2" providerId="ADAL" clId="{40ABEF3A-460D-4681-97D8-E99F091DF0D0}" dt="2024-12-15T18:08:15.914" v="411" actId="26606"/>
          <ac:picMkLst>
            <pc:docMk/>
            <pc:sldMk cId="1142200231" sldId="263"/>
            <ac:picMk id="6" creationId="{DD9DEEAB-BA6E-E3F7-567B-9D3E55D0C272}"/>
          </ac:picMkLst>
        </pc:picChg>
        <pc:picChg chg="add del">
          <ac:chgData name="PAZIENZA DOMENICO RUGGIERO PIO" userId="d8b9f649-fa39-45d2-bc10-634e3a48aab2" providerId="ADAL" clId="{40ABEF3A-460D-4681-97D8-E99F091DF0D0}" dt="2024-12-15T18:08:59.903" v="424" actId="26606"/>
          <ac:picMkLst>
            <pc:docMk/>
            <pc:sldMk cId="1142200231" sldId="263"/>
            <ac:picMk id="7" creationId="{29B06A3D-362C-53E3-0FE4-9F1D4A76A13D}"/>
          </ac:picMkLst>
        </pc:picChg>
        <pc:picChg chg="add del">
          <ac:chgData name="PAZIENZA DOMENICO RUGGIERO PIO" userId="d8b9f649-fa39-45d2-bc10-634e3a48aab2" providerId="ADAL" clId="{40ABEF3A-460D-4681-97D8-E99F091DF0D0}" dt="2024-12-15T18:09:18.478" v="426" actId="26606"/>
          <ac:picMkLst>
            <pc:docMk/>
            <pc:sldMk cId="1142200231" sldId="263"/>
            <ac:picMk id="15" creationId="{4B59D5BB-120D-37FC-4015-22F234FB0A1D}"/>
          </ac:picMkLst>
        </pc:picChg>
        <pc:picChg chg="add del">
          <ac:chgData name="PAZIENZA DOMENICO RUGGIERO PIO" userId="d8b9f649-fa39-45d2-bc10-634e3a48aab2" providerId="ADAL" clId="{40ABEF3A-460D-4681-97D8-E99F091DF0D0}" dt="2024-12-15T18:09:23.829" v="428" actId="26606"/>
          <ac:picMkLst>
            <pc:docMk/>
            <pc:sldMk cId="1142200231" sldId="263"/>
            <ac:picMk id="18" creationId="{98946E29-8AA5-073F-4DA0-3704821CBE5D}"/>
          </ac:picMkLst>
        </pc:picChg>
        <pc:picChg chg="add del">
          <ac:chgData name="PAZIENZA DOMENICO RUGGIERO PIO" userId="d8b9f649-fa39-45d2-bc10-634e3a48aab2" providerId="ADAL" clId="{40ABEF3A-460D-4681-97D8-E99F091DF0D0}" dt="2024-12-15T18:09:32.109" v="430" actId="26606"/>
          <ac:picMkLst>
            <pc:docMk/>
            <pc:sldMk cId="1142200231" sldId="263"/>
            <ac:picMk id="22" creationId="{75ABF162-63A3-9005-75CC-EC8C0FB5DBBD}"/>
          </ac:picMkLst>
        </pc:picChg>
        <pc:picChg chg="add del">
          <ac:chgData name="PAZIENZA DOMENICO RUGGIERO PIO" userId="d8b9f649-fa39-45d2-bc10-634e3a48aab2" providerId="ADAL" clId="{40ABEF3A-460D-4681-97D8-E99F091DF0D0}" dt="2024-12-15T18:09:33.531" v="432" actId="26606"/>
          <ac:picMkLst>
            <pc:docMk/>
            <pc:sldMk cId="1142200231" sldId="263"/>
            <ac:picMk id="26" creationId="{29B06A3D-362C-53E3-0FE4-9F1D4A76A13D}"/>
          </ac:picMkLst>
        </pc:picChg>
        <pc:picChg chg="add del">
          <ac:chgData name="PAZIENZA DOMENICO RUGGIERO PIO" userId="d8b9f649-fa39-45d2-bc10-634e3a48aab2" providerId="ADAL" clId="{40ABEF3A-460D-4681-97D8-E99F091DF0D0}" dt="2024-12-15T18:09:34.325" v="434" actId="26606"/>
          <ac:picMkLst>
            <pc:docMk/>
            <pc:sldMk cId="1142200231" sldId="263"/>
            <ac:picMk id="29" creationId="{8CE8631B-A714-2F02-1AB5-54A2AF327CF9}"/>
          </ac:picMkLst>
        </pc:picChg>
        <pc:picChg chg="add del">
          <ac:chgData name="PAZIENZA DOMENICO RUGGIERO PIO" userId="d8b9f649-fa39-45d2-bc10-634e3a48aab2" providerId="ADAL" clId="{40ABEF3A-460D-4681-97D8-E99F091DF0D0}" dt="2024-12-15T18:09:36.454" v="438" actId="26606"/>
          <ac:picMkLst>
            <pc:docMk/>
            <pc:sldMk cId="1142200231" sldId="263"/>
            <ac:picMk id="36" creationId="{171AEBC5-C75A-A0B6-76CB-14B6527EC6F0}"/>
          </ac:picMkLst>
        </pc:picChg>
        <pc:picChg chg="add del">
          <ac:chgData name="PAZIENZA DOMENICO RUGGIERO PIO" userId="d8b9f649-fa39-45d2-bc10-634e3a48aab2" providerId="ADAL" clId="{40ABEF3A-460D-4681-97D8-E99F091DF0D0}" dt="2024-12-15T18:09:38.011" v="440" actId="26606"/>
          <ac:picMkLst>
            <pc:docMk/>
            <pc:sldMk cId="1142200231" sldId="263"/>
            <ac:picMk id="43" creationId="{9466D8DD-C40C-12BB-5634-114486BDF4D4}"/>
          </ac:picMkLst>
        </pc:picChg>
        <pc:picChg chg="add del">
          <ac:chgData name="PAZIENZA DOMENICO RUGGIERO PIO" userId="d8b9f649-fa39-45d2-bc10-634e3a48aab2" providerId="ADAL" clId="{40ABEF3A-460D-4681-97D8-E99F091DF0D0}" dt="2024-12-15T18:09:44.341" v="444" actId="26606"/>
          <ac:picMkLst>
            <pc:docMk/>
            <pc:sldMk cId="1142200231" sldId="263"/>
            <ac:picMk id="54" creationId="{864809C1-9D19-2689-6752-7457363A2681}"/>
          </ac:picMkLst>
        </pc:picChg>
        <pc:picChg chg="add mod">
          <ac:chgData name="PAZIENZA DOMENICO RUGGIERO PIO" userId="d8b9f649-fa39-45d2-bc10-634e3a48aab2" providerId="ADAL" clId="{40ABEF3A-460D-4681-97D8-E99F091DF0D0}" dt="2024-12-15T18:10:04.674" v="446" actId="26606"/>
          <ac:picMkLst>
            <pc:docMk/>
            <pc:sldMk cId="1142200231" sldId="263"/>
            <ac:picMk id="59" creationId="{286EF77E-6C52-A4B1-37F9-801F41B34918}"/>
          </ac:picMkLst>
        </pc:picChg>
        <pc:cxnChg chg="add del">
          <ac:chgData name="PAZIENZA DOMENICO RUGGIERO PIO" userId="d8b9f649-fa39-45d2-bc10-634e3a48aab2" providerId="ADAL" clId="{40ABEF3A-460D-4681-97D8-E99F091DF0D0}" dt="2024-12-15T18:09:23.829" v="428" actId="26606"/>
          <ac:cxnSpMkLst>
            <pc:docMk/>
            <pc:sldMk cId="1142200231" sldId="263"/>
            <ac:cxnSpMk id="19" creationId="{1503BFE4-729B-D9D0-C17B-501E6AF1127A}"/>
          </ac:cxnSpMkLst>
        </pc:cxnChg>
        <pc:cxnChg chg="add del">
          <ac:chgData name="PAZIENZA DOMENICO RUGGIERO PIO" userId="d8b9f649-fa39-45d2-bc10-634e3a48aab2" providerId="ADAL" clId="{40ABEF3A-460D-4681-97D8-E99F091DF0D0}" dt="2024-12-15T18:09:32.109" v="430" actId="26606"/>
          <ac:cxnSpMkLst>
            <pc:docMk/>
            <pc:sldMk cId="1142200231" sldId="263"/>
            <ac:cxnSpMk id="21" creationId="{1503BFE4-729B-D9D0-C17B-501E6AF1127A}"/>
          </ac:cxnSpMkLst>
        </pc:cxnChg>
        <pc:cxnChg chg="add del">
          <ac:chgData name="PAZIENZA DOMENICO RUGGIERO PIO" userId="d8b9f649-fa39-45d2-bc10-634e3a48aab2" providerId="ADAL" clId="{40ABEF3A-460D-4681-97D8-E99F091DF0D0}" dt="2024-12-15T18:09:40.088" v="442" actId="26606"/>
          <ac:cxnSpMkLst>
            <pc:docMk/>
            <pc:sldMk cId="1142200231" sldId="263"/>
            <ac:cxnSpMk id="51" creationId="{C49DA8F6-BCC1-4447-B54C-57856834B94B}"/>
          </ac:cxnSpMkLst>
        </pc:cxnChg>
      </pc:sldChg>
      <pc:sldChg chg="addSp modSp new mod setBg">
        <pc:chgData name="PAZIENZA DOMENICO RUGGIERO PIO" userId="d8b9f649-fa39-45d2-bc10-634e3a48aab2" providerId="ADAL" clId="{40ABEF3A-460D-4681-97D8-E99F091DF0D0}" dt="2024-12-15T18:15:14.229" v="489"/>
        <pc:sldMkLst>
          <pc:docMk/>
          <pc:sldMk cId="909514766" sldId="264"/>
        </pc:sldMkLst>
        <pc:spChg chg="mod">
          <ac:chgData name="PAZIENZA DOMENICO RUGGIERO PIO" userId="d8b9f649-fa39-45d2-bc10-634e3a48aab2" providerId="ADAL" clId="{40ABEF3A-460D-4681-97D8-E99F091DF0D0}" dt="2024-12-15T18:15:05.071" v="487" actId="26606"/>
          <ac:spMkLst>
            <pc:docMk/>
            <pc:sldMk cId="909514766" sldId="264"/>
            <ac:spMk id="2" creationId="{A0ABFA1D-56E7-A1A1-524B-03DE98B9ABDE}"/>
          </ac:spMkLst>
        </pc:spChg>
        <pc:spChg chg="mod">
          <ac:chgData name="PAZIENZA DOMENICO RUGGIERO PIO" userId="d8b9f649-fa39-45d2-bc10-634e3a48aab2" providerId="ADAL" clId="{40ABEF3A-460D-4681-97D8-E99F091DF0D0}" dt="2024-12-15T18:15:05.071" v="487" actId="26606"/>
          <ac:spMkLst>
            <pc:docMk/>
            <pc:sldMk cId="909514766" sldId="264"/>
            <ac:spMk id="3" creationId="{A38CFC0F-F311-592F-4A48-13BF164EF7B0}"/>
          </ac:spMkLst>
        </pc:spChg>
        <pc:spChg chg="add">
          <ac:chgData name="PAZIENZA DOMENICO RUGGIERO PIO" userId="d8b9f649-fa39-45d2-bc10-634e3a48aab2" providerId="ADAL" clId="{40ABEF3A-460D-4681-97D8-E99F091DF0D0}" dt="2024-12-15T18:15:05.071" v="487" actId="26606"/>
          <ac:spMkLst>
            <pc:docMk/>
            <pc:sldMk cId="909514766" sldId="264"/>
            <ac:spMk id="4103" creationId="{743AA782-23D1-4521-8CAD-47662984AA08}"/>
          </ac:spMkLst>
        </pc:spChg>
        <pc:spChg chg="add">
          <ac:chgData name="PAZIENZA DOMENICO RUGGIERO PIO" userId="d8b9f649-fa39-45d2-bc10-634e3a48aab2" providerId="ADAL" clId="{40ABEF3A-460D-4681-97D8-E99F091DF0D0}" dt="2024-12-15T18:15:05.071" v="487" actId="26606"/>
          <ac:spMkLst>
            <pc:docMk/>
            <pc:sldMk cId="909514766" sldId="264"/>
            <ac:spMk id="4105" creationId="{71877DBC-BB60-40F0-AC93-2ACDBAAE60CE}"/>
          </ac:spMkLst>
        </pc:spChg>
        <pc:picChg chg="add mod">
          <ac:chgData name="PAZIENZA DOMENICO RUGGIERO PIO" userId="d8b9f649-fa39-45d2-bc10-634e3a48aab2" providerId="ADAL" clId="{40ABEF3A-460D-4681-97D8-E99F091DF0D0}" dt="2024-12-15T18:15:14.229" v="489"/>
          <ac:picMkLst>
            <pc:docMk/>
            <pc:sldMk cId="909514766" sldId="264"/>
            <ac:picMk id="4098" creationId="{7CE073E5-09DC-62DA-B38B-FA2CC9F53DDC}"/>
          </ac:picMkLst>
        </pc:picChg>
      </pc:sldChg>
      <pc:sldChg chg="addSp delSp modSp new mod setBg">
        <pc:chgData name="PAZIENZA DOMENICO RUGGIERO PIO" userId="d8b9f649-fa39-45d2-bc10-634e3a48aab2" providerId="ADAL" clId="{40ABEF3A-460D-4681-97D8-E99F091DF0D0}" dt="2024-12-15T18:24:20.916" v="543" actId="113"/>
        <pc:sldMkLst>
          <pc:docMk/>
          <pc:sldMk cId="3123860333" sldId="265"/>
        </pc:sldMkLst>
        <pc:spChg chg="mod">
          <ac:chgData name="PAZIENZA DOMENICO RUGGIERO PIO" userId="d8b9f649-fa39-45d2-bc10-634e3a48aab2" providerId="ADAL" clId="{40ABEF3A-460D-4681-97D8-E99F091DF0D0}" dt="2024-12-15T18:22:53.218" v="526" actId="26606"/>
          <ac:spMkLst>
            <pc:docMk/>
            <pc:sldMk cId="3123860333" sldId="265"/>
            <ac:spMk id="2" creationId="{21A13D61-7482-99B2-F67E-D60DF466C8EF}"/>
          </ac:spMkLst>
        </pc:spChg>
        <pc:spChg chg="mod ord">
          <ac:chgData name="PAZIENZA DOMENICO RUGGIERO PIO" userId="d8b9f649-fa39-45d2-bc10-634e3a48aab2" providerId="ADAL" clId="{40ABEF3A-460D-4681-97D8-E99F091DF0D0}" dt="2024-12-15T18:23:32.662" v="532" actId="14100"/>
          <ac:spMkLst>
            <pc:docMk/>
            <pc:sldMk cId="3123860333" sldId="265"/>
            <ac:spMk id="3" creationId="{071474BA-6A56-FACC-FBCA-4BA543BAE402}"/>
          </ac:spMkLst>
        </pc:spChg>
        <pc:spChg chg="add mod">
          <ac:chgData name="PAZIENZA DOMENICO RUGGIERO PIO" userId="d8b9f649-fa39-45d2-bc10-634e3a48aab2" providerId="ADAL" clId="{40ABEF3A-460D-4681-97D8-E99F091DF0D0}" dt="2024-12-15T18:21:45.103" v="499"/>
          <ac:spMkLst>
            <pc:docMk/>
            <pc:sldMk cId="3123860333" sldId="265"/>
            <ac:spMk id="5" creationId="{0BA699F9-F31E-A68E-BA29-E5FAFC734AC5}"/>
          </ac:spMkLst>
        </pc:spChg>
        <pc:spChg chg="add mod">
          <ac:chgData name="PAZIENZA DOMENICO RUGGIERO PIO" userId="d8b9f649-fa39-45d2-bc10-634e3a48aab2" providerId="ADAL" clId="{40ABEF3A-460D-4681-97D8-E99F091DF0D0}" dt="2024-12-15T18:22:09.123" v="511"/>
          <ac:spMkLst>
            <pc:docMk/>
            <pc:sldMk cId="3123860333" sldId="265"/>
            <ac:spMk id="7" creationId="{95C29D80-8584-2A29-EF83-5837356996BE}"/>
          </ac:spMkLst>
        </pc:spChg>
        <pc:spChg chg="add mod">
          <ac:chgData name="PAZIENZA DOMENICO RUGGIERO PIO" userId="d8b9f649-fa39-45d2-bc10-634e3a48aab2" providerId="ADAL" clId="{40ABEF3A-460D-4681-97D8-E99F091DF0D0}" dt="2024-12-15T18:22:09.123" v="511"/>
          <ac:spMkLst>
            <pc:docMk/>
            <pc:sldMk cId="3123860333" sldId="265"/>
            <ac:spMk id="8" creationId="{AA20E50E-32BB-962B-FB00-6BB4839D5784}"/>
          </ac:spMkLst>
        </pc:spChg>
        <pc:spChg chg="add mod">
          <ac:chgData name="PAZIENZA DOMENICO RUGGIERO PIO" userId="d8b9f649-fa39-45d2-bc10-634e3a48aab2" providerId="ADAL" clId="{40ABEF3A-460D-4681-97D8-E99F091DF0D0}" dt="2024-12-15T18:23:06.412" v="527"/>
          <ac:spMkLst>
            <pc:docMk/>
            <pc:sldMk cId="3123860333" sldId="265"/>
            <ac:spMk id="10" creationId="{ABA3529F-6B4A-B521-6D86-FFA58EC6340A}"/>
          </ac:spMkLst>
        </pc:spChg>
        <pc:spChg chg="add mod">
          <ac:chgData name="PAZIENZA DOMENICO RUGGIERO PIO" userId="d8b9f649-fa39-45d2-bc10-634e3a48aab2" providerId="ADAL" clId="{40ABEF3A-460D-4681-97D8-E99F091DF0D0}" dt="2024-12-15T18:23:06.412" v="527"/>
          <ac:spMkLst>
            <pc:docMk/>
            <pc:sldMk cId="3123860333" sldId="265"/>
            <ac:spMk id="11" creationId="{C1338C78-03A3-1EB2-0ABF-034CF5C6F054}"/>
          </ac:spMkLst>
        </pc:spChg>
        <pc:spChg chg="add del">
          <ac:chgData name="PAZIENZA DOMENICO RUGGIERO PIO" userId="d8b9f649-fa39-45d2-bc10-634e3a48aab2" providerId="ADAL" clId="{40ABEF3A-460D-4681-97D8-E99F091DF0D0}" dt="2024-12-15T18:22:42.149" v="518" actId="26606"/>
          <ac:spMkLst>
            <pc:docMk/>
            <pc:sldMk cId="3123860333" sldId="265"/>
            <ac:spMk id="5127" creationId="{743AA782-23D1-4521-8CAD-47662984AA08}"/>
          </ac:spMkLst>
        </pc:spChg>
        <pc:spChg chg="add del">
          <ac:chgData name="PAZIENZA DOMENICO RUGGIERO PIO" userId="d8b9f649-fa39-45d2-bc10-634e3a48aab2" providerId="ADAL" clId="{40ABEF3A-460D-4681-97D8-E99F091DF0D0}" dt="2024-12-15T18:22:42.149" v="518" actId="26606"/>
          <ac:spMkLst>
            <pc:docMk/>
            <pc:sldMk cId="3123860333" sldId="265"/>
            <ac:spMk id="5128" creationId="{650D18FE-0824-4A46-B22C-A86B52E5780A}"/>
          </ac:spMkLst>
        </pc:spChg>
        <pc:spChg chg="add del">
          <ac:chgData name="PAZIENZA DOMENICO RUGGIERO PIO" userId="d8b9f649-fa39-45d2-bc10-634e3a48aab2" providerId="ADAL" clId="{40ABEF3A-460D-4681-97D8-E99F091DF0D0}" dt="2024-12-15T18:22:37.617" v="514" actId="26606"/>
          <ac:spMkLst>
            <pc:docMk/>
            <pc:sldMk cId="3123860333" sldId="265"/>
            <ac:spMk id="5130" creationId="{32AEEBC8-9D30-42EF-95F2-386C2653FBF0}"/>
          </ac:spMkLst>
        </pc:spChg>
        <pc:spChg chg="add del">
          <ac:chgData name="PAZIENZA DOMENICO RUGGIERO PIO" userId="d8b9f649-fa39-45d2-bc10-634e3a48aab2" providerId="ADAL" clId="{40ABEF3A-460D-4681-97D8-E99F091DF0D0}" dt="2024-12-15T18:22:42.778" v="520" actId="26606"/>
          <ac:spMkLst>
            <pc:docMk/>
            <pc:sldMk cId="3123860333" sldId="265"/>
            <ac:spMk id="5131" creationId="{FFB60E8C-7224-44A4-87A0-46A1711DD2ED}"/>
          </ac:spMkLst>
        </pc:spChg>
        <pc:spChg chg="add del">
          <ac:chgData name="PAZIENZA DOMENICO RUGGIERO PIO" userId="d8b9f649-fa39-45d2-bc10-634e3a48aab2" providerId="ADAL" clId="{40ABEF3A-460D-4681-97D8-E99F091DF0D0}" dt="2024-12-15T18:22:37.617" v="514" actId="26606"/>
          <ac:spMkLst>
            <pc:docMk/>
            <pc:sldMk cId="3123860333" sldId="265"/>
            <ac:spMk id="5132" creationId="{2E92FA66-67D7-4CB4-94D3-E643A9AD4757}"/>
          </ac:spMkLst>
        </pc:spChg>
        <pc:spChg chg="add del">
          <ac:chgData name="PAZIENZA DOMENICO RUGGIERO PIO" userId="d8b9f649-fa39-45d2-bc10-634e3a48aab2" providerId="ADAL" clId="{40ABEF3A-460D-4681-97D8-E99F091DF0D0}" dt="2024-12-15T18:22:42.778" v="520" actId="26606"/>
          <ac:spMkLst>
            <pc:docMk/>
            <pc:sldMk cId="3123860333" sldId="265"/>
            <ac:spMk id="5133" creationId="{5DA32751-37A2-45C0-BE94-63D375E27003}"/>
          </ac:spMkLst>
        </pc:spChg>
        <pc:spChg chg="add del">
          <ac:chgData name="PAZIENZA DOMENICO RUGGIERO PIO" userId="d8b9f649-fa39-45d2-bc10-634e3a48aab2" providerId="ADAL" clId="{40ABEF3A-460D-4681-97D8-E99F091DF0D0}" dt="2024-12-15T18:22:42.778" v="520" actId="26606"/>
          <ac:spMkLst>
            <pc:docMk/>
            <pc:sldMk cId="3123860333" sldId="265"/>
            <ac:spMk id="5134" creationId="{E659831F-0D9A-4C63-9EBB-8435B85A440F}"/>
          </ac:spMkLst>
        </pc:spChg>
        <pc:spChg chg="add del">
          <ac:chgData name="PAZIENZA DOMENICO RUGGIERO PIO" userId="d8b9f649-fa39-45d2-bc10-634e3a48aab2" providerId="ADAL" clId="{40ABEF3A-460D-4681-97D8-E99F091DF0D0}" dt="2024-12-15T18:22:42.778" v="520" actId="26606"/>
          <ac:spMkLst>
            <pc:docMk/>
            <pc:sldMk cId="3123860333" sldId="265"/>
            <ac:spMk id="5136" creationId="{5A55FBCD-CD42-40F5-8A1B-3203F9CAEEAA}"/>
          </ac:spMkLst>
        </pc:spChg>
        <pc:spChg chg="add del">
          <ac:chgData name="PAZIENZA DOMENICO RUGGIERO PIO" userId="d8b9f649-fa39-45d2-bc10-634e3a48aab2" providerId="ADAL" clId="{40ABEF3A-460D-4681-97D8-E99F091DF0D0}" dt="2024-12-15T18:22:44.366" v="522" actId="26606"/>
          <ac:spMkLst>
            <pc:docMk/>
            <pc:sldMk cId="3123860333" sldId="265"/>
            <ac:spMk id="5138" creationId="{53E5B1A8-3AC9-4BD1-9BBC-78CA94F2D1BA}"/>
          </ac:spMkLst>
        </pc:spChg>
        <pc:spChg chg="add del">
          <ac:chgData name="PAZIENZA DOMENICO RUGGIERO PIO" userId="d8b9f649-fa39-45d2-bc10-634e3a48aab2" providerId="ADAL" clId="{40ABEF3A-460D-4681-97D8-E99F091DF0D0}" dt="2024-12-15T18:22:44.366" v="522" actId="26606"/>
          <ac:spMkLst>
            <pc:docMk/>
            <pc:sldMk cId="3123860333" sldId="265"/>
            <ac:spMk id="5139" creationId="{1B15ED52-F352-441B-82BF-E0EA34836D08}"/>
          </ac:spMkLst>
        </pc:spChg>
        <pc:spChg chg="add del">
          <ac:chgData name="PAZIENZA DOMENICO RUGGIERO PIO" userId="d8b9f649-fa39-45d2-bc10-634e3a48aab2" providerId="ADAL" clId="{40ABEF3A-460D-4681-97D8-E99F091DF0D0}" dt="2024-12-15T18:22:44.366" v="522" actId="26606"/>
          <ac:spMkLst>
            <pc:docMk/>
            <pc:sldMk cId="3123860333" sldId="265"/>
            <ac:spMk id="5140" creationId="{3B2E3793-BFE6-45A2-9B7B-E18844431C99}"/>
          </ac:spMkLst>
        </pc:spChg>
        <pc:spChg chg="add del">
          <ac:chgData name="PAZIENZA DOMENICO RUGGIERO PIO" userId="d8b9f649-fa39-45d2-bc10-634e3a48aab2" providerId="ADAL" clId="{40ABEF3A-460D-4681-97D8-E99F091DF0D0}" dt="2024-12-15T18:22:44.366" v="522" actId="26606"/>
          <ac:spMkLst>
            <pc:docMk/>
            <pc:sldMk cId="3123860333" sldId="265"/>
            <ac:spMk id="5141" creationId="{BC4C4868-CB8F-4AF9-9CDB-8108F2C19B67}"/>
          </ac:spMkLst>
        </pc:spChg>
        <pc:spChg chg="add del">
          <ac:chgData name="PAZIENZA DOMENICO RUGGIERO PIO" userId="d8b9f649-fa39-45d2-bc10-634e3a48aab2" providerId="ADAL" clId="{40ABEF3A-460D-4681-97D8-E99F091DF0D0}" dt="2024-12-15T18:22:44.366" v="522" actId="26606"/>
          <ac:spMkLst>
            <pc:docMk/>
            <pc:sldMk cId="3123860333" sldId="265"/>
            <ac:spMk id="5142" creationId="{375E0459-6403-40CD-989D-56A4407CA12E}"/>
          </ac:spMkLst>
        </pc:spChg>
        <pc:spChg chg="add del">
          <ac:chgData name="PAZIENZA DOMENICO RUGGIERO PIO" userId="d8b9f649-fa39-45d2-bc10-634e3a48aab2" providerId="ADAL" clId="{40ABEF3A-460D-4681-97D8-E99F091DF0D0}" dt="2024-12-15T18:22:45.599" v="524" actId="26606"/>
          <ac:spMkLst>
            <pc:docMk/>
            <pc:sldMk cId="3123860333" sldId="265"/>
            <ac:spMk id="5144" creationId="{058A14AF-9FB5-4CC7-BA35-E8E85D3EDF0E}"/>
          </ac:spMkLst>
        </pc:spChg>
        <pc:spChg chg="add del">
          <ac:chgData name="PAZIENZA DOMENICO RUGGIERO PIO" userId="d8b9f649-fa39-45d2-bc10-634e3a48aab2" providerId="ADAL" clId="{40ABEF3A-460D-4681-97D8-E99F091DF0D0}" dt="2024-12-15T18:22:45.599" v="524" actId="26606"/>
          <ac:spMkLst>
            <pc:docMk/>
            <pc:sldMk cId="3123860333" sldId="265"/>
            <ac:spMk id="5145" creationId="{3A9A4357-BD1D-4622-A4FE-766E6AB8DE84}"/>
          </ac:spMkLst>
        </pc:spChg>
        <pc:spChg chg="add del">
          <ac:chgData name="PAZIENZA DOMENICO RUGGIERO PIO" userId="d8b9f649-fa39-45d2-bc10-634e3a48aab2" providerId="ADAL" clId="{40ABEF3A-460D-4681-97D8-E99F091DF0D0}" dt="2024-12-15T18:22:45.599" v="524" actId="26606"/>
          <ac:spMkLst>
            <pc:docMk/>
            <pc:sldMk cId="3123860333" sldId="265"/>
            <ac:spMk id="5146" creationId="{E659831F-0D9A-4C63-9EBB-8435B85A440F}"/>
          </ac:spMkLst>
        </pc:spChg>
        <pc:spChg chg="add del">
          <ac:chgData name="PAZIENZA DOMENICO RUGGIERO PIO" userId="d8b9f649-fa39-45d2-bc10-634e3a48aab2" providerId="ADAL" clId="{40ABEF3A-460D-4681-97D8-E99F091DF0D0}" dt="2024-12-15T18:22:45.599" v="524" actId="26606"/>
          <ac:spMkLst>
            <pc:docMk/>
            <pc:sldMk cId="3123860333" sldId="265"/>
            <ac:spMk id="5147" creationId="{E6995CE5-F890-4ABA-82A2-26507CE8D2A3}"/>
          </ac:spMkLst>
        </pc:spChg>
        <pc:spChg chg="add del">
          <ac:chgData name="PAZIENZA DOMENICO RUGGIERO PIO" userId="d8b9f649-fa39-45d2-bc10-634e3a48aab2" providerId="ADAL" clId="{40ABEF3A-460D-4681-97D8-E99F091DF0D0}" dt="2024-12-15T18:22:53.218" v="526" actId="26606"/>
          <ac:spMkLst>
            <pc:docMk/>
            <pc:sldMk cId="3123860333" sldId="265"/>
            <ac:spMk id="5149" creationId="{FE1EC756-41E9-4FD6-AD48-EF46A28137B7}"/>
          </ac:spMkLst>
        </pc:spChg>
        <pc:spChg chg="add del">
          <ac:chgData name="PAZIENZA DOMENICO RUGGIERO PIO" userId="d8b9f649-fa39-45d2-bc10-634e3a48aab2" providerId="ADAL" clId="{40ABEF3A-460D-4681-97D8-E99F091DF0D0}" dt="2024-12-15T18:22:53.218" v="526" actId="26606"/>
          <ac:spMkLst>
            <pc:docMk/>
            <pc:sldMk cId="3123860333" sldId="265"/>
            <ac:spMk id="5150" creationId="{E66F6371-9EA5-9354-29DC-1D07B921F79C}"/>
          </ac:spMkLst>
        </pc:spChg>
        <pc:graphicFrameChg chg="add mod">
          <ac:chgData name="PAZIENZA DOMENICO RUGGIERO PIO" userId="d8b9f649-fa39-45d2-bc10-634e3a48aab2" providerId="ADAL" clId="{40ABEF3A-460D-4681-97D8-E99F091DF0D0}" dt="2024-12-15T18:21:44.122" v="498"/>
          <ac:graphicFrameMkLst>
            <pc:docMk/>
            <pc:sldMk cId="3123860333" sldId="265"/>
            <ac:graphicFrameMk id="4" creationId="{6034078B-5261-0590-D9DB-ACCDB5F26C31}"/>
          </ac:graphicFrameMkLst>
        </pc:graphicFrameChg>
        <pc:graphicFrameChg chg="add mod modGraphic">
          <ac:chgData name="PAZIENZA DOMENICO RUGGIERO PIO" userId="d8b9f649-fa39-45d2-bc10-634e3a48aab2" providerId="ADAL" clId="{40ABEF3A-460D-4681-97D8-E99F091DF0D0}" dt="2024-12-15T18:22:08.719" v="510" actId="1076"/>
          <ac:graphicFrameMkLst>
            <pc:docMk/>
            <pc:sldMk cId="3123860333" sldId="265"/>
            <ac:graphicFrameMk id="6" creationId="{B3962489-355D-17C2-5CD7-7B8376DB33EA}"/>
          </ac:graphicFrameMkLst>
        </pc:graphicFrameChg>
        <pc:graphicFrameChg chg="add mod modGraphic">
          <ac:chgData name="PAZIENZA DOMENICO RUGGIERO PIO" userId="d8b9f649-fa39-45d2-bc10-634e3a48aab2" providerId="ADAL" clId="{40ABEF3A-460D-4681-97D8-E99F091DF0D0}" dt="2024-12-15T18:24:20.916" v="543" actId="113"/>
          <ac:graphicFrameMkLst>
            <pc:docMk/>
            <pc:sldMk cId="3123860333" sldId="265"/>
            <ac:graphicFrameMk id="9" creationId="{C1011FC2-990A-E4C3-4F35-FCCBBAA89744}"/>
          </ac:graphicFrameMkLst>
        </pc:graphicFrameChg>
        <pc:picChg chg="add mod">
          <ac:chgData name="PAZIENZA DOMENICO RUGGIERO PIO" userId="d8b9f649-fa39-45d2-bc10-634e3a48aab2" providerId="ADAL" clId="{40ABEF3A-460D-4681-97D8-E99F091DF0D0}" dt="2024-12-15T18:22:53.218" v="526" actId="26606"/>
          <ac:picMkLst>
            <pc:docMk/>
            <pc:sldMk cId="3123860333" sldId="265"/>
            <ac:picMk id="5125" creationId="{B648E377-BFB8-CB46-9C1E-6A697E07F8DA}"/>
          </ac:picMkLst>
        </pc:picChg>
      </pc:sldChg>
      <pc:sldChg chg="addSp modSp new mod setBg">
        <pc:chgData name="PAZIENZA DOMENICO RUGGIERO PIO" userId="d8b9f649-fa39-45d2-bc10-634e3a48aab2" providerId="ADAL" clId="{40ABEF3A-460D-4681-97D8-E99F091DF0D0}" dt="2024-12-15T18:26:24.789" v="572" actId="1076"/>
        <pc:sldMkLst>
          <pc:docMk/>
          <pc:sldMk cId="1769149274" sldId="266"/>
        </pc:sldMkLst>
        <pc:spChg chg="mod">
          <ac:chgData name="PAZIENZA DOMENICO RUGGIERO PIO" userId="d8b9f649-fa39-45d2-bc10-634e3a48aab2" providerId="ADAL" clId="{40ABEF3A-460D-4681-97D8-E99F091DF0D0}" dt="2024-12-15T18:25:30.313" v="561" actId="26606"/>
          <ac:spMkLst>
            <pc:docMk/>
            <pc:sldMk cId="1769149274" sldId="266"/>
            <ac:spMk id="2" creationId="{3CCBB9F5-B468-5DA8-2044-33AE4FC446E9}"/>
          </ac:spMkLst>
        </pc:spChg>
        <pc:spChg chg="mod">
          <ac:chgData name="PAZIENZA DOMENICO RUGGIERO PIO" userId="d8b9f649-fa39-45d2-bc10-634e3a48aab2" providerId="ADAL" clId="{40ABEF3A-460D-4681-97D8-E99F091DF0D0}" dt="2024-12-15T18:26:24.789" v="572" actId="1076"/>
          <ac:spMkLst>
            <pc:docMk/>
            <pc:sldMk cId="1769149274" sldId="266"/>
            <ac:spMk id="3" creationId="{44389FBC-8400-93CD-C2CA-525768298CE8}"/>
          </ac:spMkLst>
        </pc:spChg>
        <pc:picChg chg="add">
          <ac:chgData name="PAZIENZA DOMENICO RUGGIERO PIO" userId="d8b9f649-fa39-45d2-bc10-634e3a48aab2" providerId="ADAL" clId="{40ABEF3A-460D-4681-97D8-E99F091DF0D0}" dt="2024-12-15T18:25:30.313" v="561" actId="26606"/>
          <ac:picMkLst>
            <pc:docMk/>
            <pc:sldMk cId="1769149274" sldId="266"/>
            <ac:picMk id="5" creationId="{B06CDA90-0C38-60E7-A8CA-83F9FE13E889}"/>
          </ac:picMkLst>
        </pc:picChg>
      </pc:sldChg>
      <pc:sldChg chg="modSp new del mod">
        <pc:chgData name="PAZIENZA DOMENICO RUGGIERO PIO" userId="d8b9f649-fa39-45d2-bc10-634e3a48aab2" providerId="ADAL" clId="{40ABEF3A-460D-4681-97D8-E99F091DF0D0}" dt="2024-12-15T18:25:04.531" v="554" actId="680"/>
        <pc:sldMkLst>
          <pc:docMk/>
          <pc:sldMk cId="2637149510" sldId="266"/>
        </pc:sldMkLst>
        <pc:spChg chg="mod">
          <ac:chgData name="PAZIENZA DOMENICO RUGGIERO PIO" userId="d8b9f649-fa39-45d2-bc10-634e3a48aab2" providerId="ADAL" clId="{40ABEF3A-460D-4681-97D8-E99F091DF0D0}" dt="2024-12-15T18:25:04.223" v="553"/>
          <ac:spMkLst>
            <pc:docMk/>
            <pc:sldMk cId="2637149510" sldId="266"/>
            <ac:spMk id="2" creationId="{4D334107-7BEF-C4B9-500E-EB3F3C5025B6}"/>
          </ac:spMkLst>
        </pc:spChg>
        <pc:spChg chg="mod">
          <ac:chgData name="PAZIENZA DOMENICO RUGGIERO PIO" userId="d8b9f649-fa39-45d2-bc10-634e3a48aab2" providerId="ADAL" clId="{40ABEF3A-460D-4681-97D8-E99F091DF0D0}" dt="2024-12-15T18:25:03.662" v="551"/>
          <ac:spMkLst>
            <pc:docMk/>
            <pc:sldMk cId="2637149510" sldId="266"/>
            <ac:spMk id="3" creationId="{ACCB89D5-8751-00F1-E258-B9E055C24459}"/>
          </ac:spMkLst>
        </pc:spChg>
      </pc:sldChg>
      <pc:sldChg chg="addSp modSp new mod setBg">
        <pc:chgData name="PAZIENZA DOMENICO RUGGIERO PIO" userId="d8b9f649-fa39-45d2-bc10-634e3a48aab2" providerId="ADAL" clId="{40ABEF3A-460D-4681-97D8-E99F091DF0D0}" dt="2024-12-15T18:27:17.772" v="581" actId="27614"/>
        <pc:sldMkLst>
          <pc:docMk/>
          <pc:sldMk cId="174606332" sldId="267"/>
        </pc:sldMkLst>
        <pc:spChg chg="mod">
          <ac:chgData name="PAZIENZA DOMENICO RUGGIERO PIO" userId="d8b9f649-fa39-45d2-bc10-634e3a48aab2" providerId="ADAL" clId="{40ABEF3A-460D-4681-97D8-E99F091DF0D0}" dt="2024-12-15T18:27:13.892" v="580" actId="26606"/>
          <ac:spMkLst>
            <pc:docMk/>
            <pc:sldMk cId="174606332" sldId="267"/>
            <ac:spMk id="2" creationId="{8EDE0D25-150F-35F3-6A4E-1C59E12EDCBF}"/>
          </ac:spMkLst>
        </pc:spChg>
        <pc:spChg chg="mod">
          <ac:chgData name="PAZIENZA DOMENICO RUGGIERO PIO" userId="d8b9f649-fa39-45d2-bc10-634e3a48aab2" providerId="ADAL" clId="{40ABEF3A-460D-4681-97D8-E99F091DF0D0}" dt="2024-12-15T18:27:13.892" v="580" actId="26606"/>
          <ac:spMkLst>
            <pc:docMk/>
            <pc:sldMk cId="174606332" sldId="267"/>
            <ac:spMk id="3" creationId="{95C06A94-EE93-A961-3AD7-BEBBEA2E5B97}"/>
          </ac:spMkLst>
        </pc:spChg>
        <pc:spChg chg="add">
          <ac:chgData name="PAZIENZA DOMENICO RUGGIERO PIO" userId="d8b9f649-fa39-45d2-bc10-634e3a48aab2" providerId="ADAL" clId="{40ABEF3A-460D-4681-97D8-E99F091DF0D0}" dt="2024-12-15T18:27:13.892" v="580" actId="26606"/>
          <ac:spMkLst>
            <pc:docMk/>
            <pc:sldMk cId="174606332" sldId="267"/>
            <ac:spMk id="6151" creationId="{04812C46-200A-4DEB-A05E-3ED6C68C2387}"/>
          </ac:spMkLst>
        </pc:spChg>
        <pc:spChg chg="add">
          <ac:chgData name="PAZIENZA DOMENICO RUGGIERO PIO" userId="d8b9f649-fa39-45d2-bc10-634e3a48aab2" providerId="ADAL" clId="{40ABEF3A-460D-4681-97D8-E99F091DF0D0}" dt="2024-12-15T18:27:13.892" v="580" actId="26606"/>
          <ac:spMkLst>
            <pc:docMk/>
            <pc:sldMk cId="174606332" sldId="267"/>
            <ac:spMk id="6153" creationId="{D1EA859B-E555-4109-94F3-6700E046E008}"/>
          </ac:spMkLst>
        </pc:spChg>
        <pc:picChg chg="add mod ord">
          <ac:chgData name="PAZIENZA DOMENICO RUGGIERO PIO" userId="d8b9f649-fa39-45d2-bc10-634e3a48aab2" providerId="ADAL" clId="{40ABEF3A-460D-4681-97D8-E99F091DF0D0}" dt="2024-12-15T18:27:17.772" v="581" actId="27614"/>
          <ac:picMkLst>
            <pc:docMk/>
            <pc:sldMk cId="174606332" sldId="267"/>
            <ac:picMk id="6146" creationId="{06F7272B-DBAA-D880-857F-F4F0D40B0096}"/>
          </ac:picMkLst>
        </pc:picChg>
      </pc:sldChg>
      <pc:sldChg chg="addSp delSp modSp new mod setBg">
        <pc:chgData name="PAZIENZA DOMENICO RUGGIERO PIO" userId="d8b9f649-fa39-45d2-bc10-634e3a48aab2" providerId="ADAL" clId="{40ABEF3A-460D-4681-97D8-E99F091DF0D0}" dt="2024-12-15T19:45:16.938" v="632" actId="26606"/>
        <pc:sldMkLst>
          <pc:docMk/>
          <pc:sldMk cId="649573334" sldId="268"/>
        </pc:sldMkLst>
        <pc:spChg chg="mo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2" creationId="{1086CF8D-1C93-E52A-5389-50EB9294E179}"/>
          </ac:spMkLst>
        </pc:spChg>
        <pc:spChg chg="mo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" creationId="{4824A835-50CF-832B-145B-510CC4B31AE1}"/>
          </ac:spMkLst>
        </pc:spChg>
        <pc:spChg chg="add">
          <ac:chgData name="PAZIENZA DOMENICO RUGGIERO PIO" userId="d8b9f649-fa39-45d2-bc10-634e3a48aab2" providerId="ADAL" clId="{40ABEF3A-460D-4681-97D8-E99F091DF0D0}" dt="2024-12-15T19:45:06.801" v="630"/>
          <ac:spMkLst>
            <pc:docMk/>
            <pc:sldMk cId="649573334" sldId="268"/>
            <ac:spMk id="6" creationId="{CD1B0C18-7276-DD31-F7B1-6FF9D3EFE046}"/>
          </ac:spMkLst>
        </pc:spChg>
        <pc:spChg chg="add del">
          <ac:chgData name="PAZIENZA DOMENICO RUGGIERO PIO" userId="d8b9f649-fa39-45d2-bc10-634e3a48aab2" providerId="ADAL" clId="{40ABEF3A-460D-4681-97D8-E99F091DF0D0}" dt="2024-12-15T19:43:33.616" v="609" actId="26606"/>
          <ac:spMkLst>
            <pc:docMk/>
            <pc:sldMk cId="649573334" sldId="268"/>
            <ac:spMk id="7" creationId="{04812C46-200A-4DEB-A05E-3ED6C68C2387}"/>
          </ac:spMkLst>
        </pc:spChg>
        <pc:spChg chg="add del">
          <ac:chgData name="PAZIENZA DOMENICO RUGGIERO PIO" userId="d8b9f649-fa39-45d2-bc10-634e3a48aab2" providerId="ADAL" clId="{40ABEF3A-460D-4681-97D8-E99F091DF0D0}" dt="2024-12-15T18:45:47.946" v="588" actId="26606"/>
          <ac:spMkLst>
            <pc:docMk/>
            <pc:sldMk cId="649573334" sldId="268"/>
            <ac:spMk id="8" creationId="{1C799903-48D5-4A31-A1A2-541072D9771E}"/>
          </ac:spMkLst>
        </pc:spChg>
        <pc:spChg chg="add del">
          <ac:chgData name="PAZIENZA DOMENICO RUGGIERO PIO" userId="d8b9f649-fa39-45d2-bc10-634e3a48aab2" providerId="ADAL" clId="{40ABEF3A-460D-4681-97D8-E99F091DF0D0}" dt="2024-12-15T19:43:33.616" v="609" actId="26606"/>
          <ac:spMkLst>
            <pc:docMk/>
            <pc:sldMk cId="649573334" sldId="268"/>
            <ac:spMk id="9" creationId="{D1EA859B-E555-4109-94F3-6700E046E008}"/>
          </ac:spMkLst>
        </pc:spChg>
        <pc:spChg chg="add del">
          <ac:chgData name="PAZIENZA DOMENICO RUGGIERO PIO" userId="d8b9f649-fa39-45d2-bc10-634e3a48aab2" providerId="ADAL" clId="{40ABEF3A-460D-4681-97D8-E99F091DF0D0}" dt="2024-12-15T18:45:47.946" v="588" actId="26606"/>
          <ac:spMkLst>
            <pc:docMk/>
            <pc:sldMk cId="649573334" sldId="268"/>
            <ac:spMk id="10" creationId="{8EFFF109-FC58-4FD3-BE05-9775A1310F55}"/>
          </ac:spMkLst>
        </pc:spChg>
        <pc:spChg chg="add del">
          <ac:chgData name="PAZIENZA DOMENICO RUGGIERO PIO" userId="d8b9f649-fa39-45d2-bc10-634e3a48aab2" providerId="ADAL" clId="{40ABEF3A-460D-4681-97D8-E99F091DF0D0}" dt="2024-12-15T19:43:49.803" v="611" actId="26606"/>
          <ac:spMkLst>
            <pc:docMk/>
            <pc:sldMk cId="649573334" sldId="268"/>
            <ac:spMk id="11" creationId="{12609869-9E80-471B-A487-A53288E0E791}"/>
          </ac:spMkLst>
        </pc:spChg>
        <pc:spChg chg="add del">
          <ac:chgData name="PAZIENZA DOMENICO RUGGIERO PIO" userId="d8b9f649-fa39-45d2-bc10-634e3a48aab2" providerId="ADAL" clId="{40ABEF3A-460D-4681-97D8-E99F091DF0D0}" dt="2024-12-15T18:45:47.946" v="588" actId="26606"/>
          <ac:spMkLst>
            <pc:docMk/>
            <pc:sldMk cId="649573334" sldId="268"/>
            <ac:spMk id="12" creationId="{E1B96AD6-92A9-4273-A62B-96A1C3E0BA95}"/>
          </ac:spMkLst>
        </pc:spChg>
        <pc:spChg chg="add del">
          <ac:chgData name="PAZIENZA DOMENICO RUGGIERO PIO" userId="d8b9f649-fa39-45d2-bc10-634e3a48aab2" providerId="ADAL" clId="{40ABEF3A-460D-4681-97D8-E99F091DF0D0}" dt="2024-12-15T19:43:49.803" v="611" actId="26606"/>
          <ac:spMkLst>
            <pc:docMk/>
            <pc:sldMk cId="649573334" sldId="268"/>
            <ac:spMk id="13" creationId="{7004738A-9D34-43E8-97D2-CA0EED4F8BE0}"/>
          </ac:spMkLst>
        </pc:spChg>
        <pc:spChg chg="add del">
          <ac:chgData name="PAZIENZA DOMENICO RUGGIERO PIO" userId="d8b9f649-fa39-45d2-bc10-634e3a48aab2" providerId="ADAL" clId="{40ABEF3A-460D-4681-97D8-E99F091DF0D0}" dt="2024-12-15T18:45:47.946" v="588" actId="26606"/>
          <ac:spMkLst>
            <pc:docMk/>
            <pc:sldMk cId="649573334" sldId="268"/>
            <ac:spMk id="14" creationId="{463EEC44-1BA3-44ED-81FC-A644B04B2A44}"/>
          </ac:spMkLst>
        </pc:spChg>
        <pc:spChg chg="add del">
          <ac:chgData name="PAZIENZA DOMENICO RUGGIERO PIO" userId="d8b9f649-fa39-45d2-bc10-634e3a48aab2" providerId="ADAL" clId="{40ABEF3A-460D-4681-97D8-E99F091DF0D0}" dt="2024-12-15T19:43:49.803" v="611" actId="26606"/>
          <ac:spMkLst>
            <pc:docMk/>
            <pc:sldMk cId="649573334" sldId="268"/>
            <ac:spMk id="15" creationId="{B8B8D07F-F13E-443E-BA68-2D26672D76B9}"/>
          </ac:spMkLst>
        </pc:spChg>
        <pc:spChg chg="add del">
          <ac:chgData name="PAZIENZA DOMENICO RUGGIERO PIO" userId="d8b9f649-fa39-45d2-bc10-634e3a48aab2" providerId="ADAL" clId="{40ABEF3A-460D-4681-97D8-E99F091DF0D0}" dt="2024-12-15T19:43:49.803" v="611" actId="26606"/>
          <ac:spMkLst>
            <pc:docMk/>
            <pc:sldMk cId="649573334" sldId="268"/>
            <ac:spMk id="16" creationId="{2813A4FA-24A5-41ED-A534-3807D1B2F344}"/>
          </ac:spMkLst>
        </pc:spChg>
        <pc:spChg chg="add del">
          <ac:chgData name="PAZIENZA DOMENICO RUGGIERO PIO" userId="d8b9f649-fa39-45d2-bc10-634e3a48aab2" providerId="ADAL" clId="{40ABEF3A-460D-4681-97D8-E99F091DF0D0}" dt="2024-12-15T19:44:55.467" v="625" actId="26606"/>
          <ac:spMkLst>
            <pc:docMk/>
            <pc:sldMk cId="649573334" sldId="268"/>
            <ac:spMk id="17" creationId="{12609869-9E80-471B-A487-A53288E0E791}"/>
          </ac:spMkLst>
        </pc:spChg>
        <pc:spChg chg="add del">
          <ac:chgData name="PAZIENZA DOMENICO RUGGIERO PIO" userId="d8b9f649-fa39-45d2-bc10-634e3a48aab2" providerId="ADAL" clId="{40ABEF3A-460D-4681-97D8-E99F091DF0D0}" dt="2024-12-15T19:43:49.803" v="611" actId="26606"/>
          <ac:spMkLst>
            <pc:docMk/>
            <pc:sldMk cId="649573334" sldId="268"/>
            <ac:spMk id="18" creationId="{C3944F27-CA70-4E84-A51A-E6BF89558979}"/>
          </ac:spMkLst>
        </pc:spChg>
        <pc:spChg chg="add del">
          <ac:chgData name="PAZIENZA DOMENICO RUGGIERO PIO" userId="d8b9f649-fa39-45d2-bc10-634e3a48aab2" providerId="ADAL" clId="{40ABEF3A-460D-4681-97D8-E99F091DF0D0}" dt="2024-12-15T19:44:55.467" v="625" actId="26606"/>
          <ac:spMkLst>
            <pc:docMk/>
            <pc:sldMk cId="649573334" sldId="268"/>
            <ac:spMk id="19" creationId="{7004738A-9D34-43E8-97D2-CA0EED4F8BE0}"/>
          </ac:spMkLst>
        </pc:spChg>
        <pc:spChg chg="add del">
          <ac:chgData name="PAZIENZA DOMENICO RUGGIERO PIO" userId="d8b9f649-fa39-45d2-bc10-634e3a48aab2" providerId="ADAL" clId="{40ABEF3A-460D-4681-97D8-E99F091DF0D0}" dt="2024-12-15T19:43:57.659" v="613" actId="26606"/>
          <ac:spMkLst>
            <pc:docMk/>
            <pc:sldMk cId="649573334" sldId="268"/>
            <ac:spMk id="20" creationId="{9D909724-2FAC-4941-A743-AB97A8A67D50}"/>
          </ac:spMkLst>
        </pc:spChg>
        <pc:spChg chg="add del">
          <ac:chgData name="PAZIENZA DOMENICO RUGGIERO PIO" userId="d8b9f649-fa39-45d2-bc10-634e3a48aab2" providerId="ADAL" clId="{40ABEF3A-460D-4681-97D8-E99F091DF0D0}" dt="2024-12-15T19:43:57.659" v="613" actId="26606"/>
          <ac:spMkLst>
            <pc:docMk/>
            <pc:sldMk cId="649573334" sldId="268"/>
            <ac:spMk id="21" creationId="{97B03642-7722-4B15-897F-76918F86B8FB}"/>
          </ac:spMkLst>
        </pc:spChg>
        <pc:spChg chg="add del">
          <ac:chgData name="PAZIENZA DOMENICO RUGGIERO PIO" userId="d8b9f649-fa39-45d2-bc10-634e3a48aab2" providerId="ADAL" clId="{40ABEF3A-460D-4681-97D8-E99F091DF0D0}" dt="2024-12-15T19:43:57.659" v="613" actId="26606"/>
          <ac:spMkLst>
            <pc:docMk/>
            <pc:sldMk cId="649573334" sldId="268"/>
            <ac:spMk id="22" creationId="{6068EAC2-2623-4156-A990-D776FF9BF493}"/>
          </ac:spMkLst>
        </pc:spChg>
        <pc:spChg chg="add del">
          <ac:chgData name="PAZIENZA DOMENICO RUGGIERO PIO" userId="d8b9f649-fa39-45d2-bc10-634e3a48aab2" providerId="ADAL" clId="{40ABEF3A-460D-4681-97D8-E99F091DF0D0}" dt="2024-12-15T19:43:57.659" v="613" actId="26606"/>
          <ac:spMkLst>
            <pc:docMk/>
            <pc:sldMk cId="649573334" sldId="268"/>
            <ac:spMk id="23" creationId="{4C707BC9-731A-490A-AF25-6F349FD9B02F}"/>
          </ac:spMkLst>
        </pc:spChg>
        <pc:spChg chg="add del">
          <ac:chgData name="PAZIENZA DOMENICO RUGGIERO PIO" userId="d8b9f649-fa39-45d2-bc10-634e3a48aab2" providerId="ADAL" clId="{40ABEF3A-460D-4681-97D8-E99F091DF0D0}" dt="2024-12-15T19:43:57.659" v="613" actId="26606"/>
          <ac:spMkLst>
            <pc:docMk/>
            <pc:sldMk cId="649573334" sldId="268"/>
            <ac:spMk id="24" creationId="{3FD7C480-AC7D-4FEE-BB95-EEE23BB3E693}"/>
          </ac:spMkLst>
        </pc:spChg>
        <pc:spChg chg="add del">
          <ac:chgData name="PAZIENZA DOMENICO RUGGIERO PIO" userId="d8b9f649-fa39-45d2-bc10-634e3a48aab2" providerId="ADAL" clId="{40ABEF3A-460D-4681-97D8-E99F091DF0D0}" dt="2024-12-15T19:44:55.467" v="625" actId="26606"/>
          <ac:spMkLst>
            <pc:docMk/>
            <pc:sldMk cId="649573334" sldId="268"/>
            <ac:spMk id="25" creationId="{B8B8D07F-F13E-443E-BA68-2D26672D76B9}"/>
          </ac:spMkLst>
        </pc:spChg>
        <pc:spChg chg="add del">
          <ac:chgData name="PAZIENZA DOMENICO RUGGIERO PIO" userId="d8b9f649-fa39-45d2-bc10-634e3a48aab2" providerId="ADAL" clId="{40ABEF3A-460D-4681-97D8-E99F091DF0D0}" dt="2024-12-15T19:44:09.876" v="619" actId="26606"/>
          <ac:spMkLst>
            <pc:docMk/>
            <pc:sldMk cId="649573334" sldId="268"/>
            <ac:spMk id="26" creationId="{9F7D5CDA-D291-4307-BF55-1381FED29634}"/>
          </ac:spMkLst>
        </pc:spChg>
        <pc:spChg chg="add del">
          <ac:chgData name="PAZIENZA DOMENICO RUGGIERO PIO" userId="d8b9f649-fa39-45d2-bc10-634e3a48aab2" providerId="ADAL" clId="{40ABEF3A-460D-4681-97D8-E99F091DF0D0}" dt="2024-12-15T19:44:55.467" v="625" actId="26606"/>
          <ac:spMkLst>
            <pc:docMk/>
            <pc:sldMk cId="649573334" sldId="268"/>
            <ac:spMk id="27" creationId="{2813A4FA-24A5-41ED-A534-3807D1B2F344}"/>
          </ac:spMkLst>
        </pc:spChg>
        <pc:spChg chg="add del">
          <ac:chgData name="PAZIENZA DOMENICO RUGGIERO PIO" userId="d8b9f649-fa39-45d2-bc10-634e3a48aab2" providerId="ADAL" clId="{40ABEF3A-460D-4681-97D8-E99F091DF0D0}" dt="2024-12-15T19:44:55.467" v="625" actId="26606"/>
          <ac:spMkLst>
            <pc:docMk/>
            <pc:sldMk cId="649573334" sldId="268"/>
            <ac:spMk id="28" creationId="{C3944F27-CA70-4E84-A51A-E6BF89558979}"/>
          </ac:spMkLst>
        </pc:spChg>
        <pc:spChg chg="add">
          <ac:chgData name="PAZIENZA DOMENICO RUGGIERO PIO" userId="d8b9f649-fa39-45d2-bc10-634e3a48aab2" providerId="ADAL" clId="{40ABEF3A-460D-4681-97D8-E99F091DF0D0}" dt="2024-12-15T19:45:06.801" v="630"/>
          <ac:spMkLst>
            <pc:docMk/>
            <pc:sldMk cId="649573334" sldId="268"/>
            <ac:spMk id="29" creationId="{400FCD98-EF9C-92AF-0769-527B9FC86AC2}"/>
          </ac:spMkLst>
        </pc:spChg>
        <pc:spChg chg="add">
          <ac:chgData name="PAZIENZA DOMENICO RUGGIERO PIO" userId="d8b9f649-fa39-45d2-bc10-634e3a48aab2" providerId="ADAL" clId="{40ABEF3A-460D-4681-97D8-E99F091DF0D0}" dt="2024-12-15T19:45:06.801" v="630"/>
          <ac:spMkLst>
            <pc:docMk/>
            <pc:sldMk cId="649573334" sldId="268"/>
            <ac:spMk id="30" creationId="{7561FFC1-B233-2F2B-5EA4-7C94109A04B4}"/>
          </ac:spMkLst>
        </pc:spChg>
        <pc:spChg chg="ad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1" creationId="{12609869-9E80-471B-A487-A53288E0E791}"/>
          </ac:spMkLst>
        </pc:spChg>
        <pc:spChg chg="ad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2" creationId="{7004738A-9D34-43E8-97D2-CA0EED4F8BE0}"/>
          </ac:spMkLst>
        </pc:spChg>
        <pc:spChg chg="ad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3" creationId="{B8B8D07F-F13E-443E-BA68-2D26672D76B9}"/>
          </ac:spMkLst>
        </pc:spChg>
        <pc:spChg chg="ad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4" creationId="{2813A4FA-24A5-41ED-A534-3807D1B2F344}"/>
          </ac:spMkLst>
        </pc:spChg>
        <pc:spChg chg="add">
          <ac:chgData name="PAZIENZA DOMENICO RUGGIERO PIO" userId="d8b9f649-fa39-45d2-bc10-634e3a48aab2" providerId="ADAL" clId="{40ABEF3A-460D-4681-97D8-E99F091DF0D0}" dt="2024-12-15T19:45:16.938" v="632" actId="26606"/>
          <ac:spMkLst>
            <pc:docMk/>
            <pc:sldMk cId="649573334" sldId="268"/>
            <ac:spMk id="35" creationId="{C3944F27-CA70-4E84-A51A-E6BF89558979}"/>
          </ac:spMkLst>
        </pc:spChg>
        <pc:picChg chg="add del mod ord">
          <ac:chgData name="PAZIENZA DOMENICO RUGGIERO PIO" userId="d8b9f649-fa39-45d2-bc10-634e3a48aab2" providerId="ADAL" clId="{40ABEF3A-460D-4681-97D8-E99F091DF0D0}" dt="2024-12-15T19:45:16.938" v="632" actId="26606"/>
          <ac:picMkLst>
            <pc:docMk/>
            <pc:sldMk cId="649573334" sldId="268"/>
            <ac:picMk id="5" creationId="{C2F6680D-AEF9-0F19-D8B8-7FA2F70819FF}"/>
          </ac:picMkLst>
        </pc:picChg>
      </pc:sldChg>
      <pc:sldChg chg="new del">
        <pc:chgData name="PAZIENZA DOMENICO RUGGIERO PIO" userId="d8b9f649-fa39-45d2-bc10-634e3a48aab2" providerId="ADAL" clId="{40ABEF3A-460D-4681-97D8-E99F091DF0D0}" dt="2024-12-15T19:35:22.567" v="592" actId="680"/>
        <pc:sldMkLst>
          <pc:docMk/>
          <pc:sldMk cId="716702438" sldId="269"/>
        </pc:sldMkLst>
      </pc:sldChg>
      <pc:sldChg chg="addSp modSp new mod setBg">
        <pc:chgData name="PAZIENZA DOMENICO RUGGIERO PIO" userId="d8b9f649-fa39-45d2-bc10-634e3a48aab2" providerId="ADAL" clId="{40ABEF3A-460D-4681-97D8-E99F091DF0D0}" dt="2024-12-15T19:46:45.449" v="639" actId="27614"/>
        <pc:sldMkLst>
          <pc:docMk/>
          <pc:sldMk cId="1966047732" sldId="269"/>
        </pc:sldMkLst>
        <pc:spChg chg="mo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2" creationId="{6C227185-CB82-787F-2084-CFF8AC61D13A}"/>
          </ac:spMkLst>
        </pc:spChg>
        <pc:spChg chg="mo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3" creationId="{3C3CBBA4-3FB0-E8E2-0CAF-DE1632053906}"/>
          </ac:spMkLst>
        </pc:spChg>
        <pc:spChg chg="ad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10" creationId="{12609869-9E80-471B-A487-A53288E0E791}"/>
          </ac:spMkLst>
        </pc:spChg>
        <pc:spChg chg="ad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12" creationId="{7004738A-9D34-43E8-97D2-CA0EED4F8BE0}"/>
          </ac:spMkLst>
        </pc:spChg>
        <pc:spChg chg="ad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14" creationId="{B8B8D07F-F13E-443E-BA68-2D26672D76B9}"/>
          </ac:spMkLst>
        </pc:spChg>
        <pc:spChg chg="ad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16" creationId="{2813A4FA-24A5-41ED-A534-3807D1B2F344}"/>
          </ac:spMkLst>
        </pc:spChg>
        <pc:spChg chg="add">
          <ac:chgData name="PAZIENZA DOMENICO RUGGIERO PIO" userId="d8b9f649-fa39-45d2-bc10-634e3a48aab2" providerId="ADAL" clId="{40ABEF3A-460D-4681-97D8-E99F091DF0D0}" dt="2024-12-15T19:46:42.494" v="638" actId="26606"/>
          <ac:spMkLst>
            <pc:docMk/>
            <pc:sldMk cId="1966047732" sldId="269"/>
            <ac:spMk id="18" creationId="{C3944F27-CA70-4E84-A51A-E6BF89558979}"/>
          </ac:spMkLst>
        </pc:spChg>
        <pc:picChg chg="add mod">
          <ac:chgData name="PAZIENZA DOMENICO RUGGIERO PIO" userId="d8b9f649-fa39-45d2-bc10-634e3a48aab2" providerId="ADAL" clId="{40ABEF3A-460D-4681-97D8-E99F091DF0D0}" dt="2024-12-15T19:46:45.449" v="639" actId="27614"/>
          <ac:picMkLst>
            <pc:docMk/>
            <pc:sldMk cId="1966047732" sldId="269"/>
            <ac:picMk id="5" creationId="{97FE42EC-526A-5B57-39E8-0D7E00A23FDD}"/>
          </ac:picMkLst>
        </pc:picChg>
      </pc:sldChg>
      <pc:sldChg chg="new del">
        <pc:chgData name="PAZIENZA DOMENICO RUGGIERO PIO" userId="d8b9f649-fa39-45d2-bc10-634e3a48aab2" providerId="ADAL" clId="{40ABEF3A-460D-4681-97D8-E99F091DF0D0}" dt="2024-12-15T19:44:55.163" v="624" actId="680"/>
        <pc:sldMkLst>
          <pc:docMk/>
          <pc:sldMk cId="3303156892" sldId="269"/>
        </pc:sldMkLst>
      </pc:sldChg>
      <pc:sldChg chg="addSp delSp modSp new mod setBg">
        <pc:chgData name="PAZIENZA DOMENICO RUGGIERO PIO" userId="d8b9f649-fa39-45d2-bc10-634e3a48aab2" providerId="ADAL" clId="{40ABEF3A-460D-4681-97D8-E99F091DF0D0}" dt="2024-12-15T19:51:07.877" v="652" actId="26606"/>
        <pc:sldMkLst>
          <pc:docMk/>
          <pc:sldMk cId="2283511194" sldId="270"/>
        </pc:sldMkLst>
        <pc:spChg chg="mod">
          <ac:chgData name="PAZIENZA DOMENICO RUGGIERO PIO" userId="d8b9f649-fa39-45d2-bc10-634e3a48aab2" providerId="ADAL" clId="{40ABEF3A-460D-4681-97D8-E99F091DF0D0}" dt="2024-12-15T19:51:07.877" v="652" actId="26606"/>
          <ac:spMkLst>
            <pc:docMk/>
            <pc:sldMk cId="2283511194" sldId="270"/>
            <ac:spMk id="2" creationId="{1023FB34-1EA0-EFAC-504F-15A2D0CFFC2B}"/>
          </ac:spMkLst>
        </pc:spChg>
        <pc:spChg chg="add del mod">
          <ac:chgData name="PAZIENZA DOMENICO RUGGIERO PIO" userId="d8b9f649-fa39-45d2-bc10-634e3a48aab2" providerId="ADAL" clId="{40ABEF3A-460D-4681-97D8-E99F091DF0D0}" dt="2024-12-15T19:51:07.877" v="652" actId="26606"/>
          <ac:spMkLst>
            <pc:docMk/>
            <pc:sldMk cId="2283511194" sldId="270"/>
            <ac:spMk id="3" creationId="{D019F151-913C-9EDB-82B7-1938D6BCA61F}"/>
          </ac:spMkLst>
        </pc:spChg>
        <pc:spChg chg="add">
          <ac:chgData name="PAZIENZA DOMENICO RUGGIERO PIO" userId="d8b9f649-fa39-45d2-bc10-634e3a48aab2" providerId="ADAL" clId="{40ABEF3A-460D-4681-97D8-E99F091DF0D0}" dt="2024-12-15T19:51:07.877" v="652" actId="26606"/>
          <ac:spMkLst>
            <pc:docMk/>
            <pc:sldMk cId="2283511194" sldId="270"/>
            <ac:spMk id="8" creationId="{777A147A-9ED8-46B4-8660-1B3C2AA880B5}"/>
          </ac:spMkLst>
        </pc:spChg>
        <pc:spChg chg="add del">
          <ac:chgData name="PAZIENZA DOMENICO RUGGIERO PIO" userId="d8b9f649-fa39-45d2-bc10-634e3a48aab2" providerId="ADAL" clId="{40ABEF3A-460D-4681-97D8-E99F091DF0D0}" dt="2024-12-15T19:47:43.979" v="646" actId="26606"/>
          <ac:spMkLst>
            <pc:docMk/>
            <pc:sldMk cId="2283511194" sldId="270"/>
            <ac:spMk id="9" creationId="{5C8908E2-EE49-44D2-9428-A28D2312A8D5}"/>
          </ac:spMkLst>
        </pc:spChg>
        <pc:spChg chg="add">
          <ac:chgData name="PAZIENZA DOMENICO RUGGIERO PIO" userId="d8b9f649-fa39-45d2-bc10-634e3a48aab2" providerId="ADAL" clId="{40ABEF3A-460D-4681-97D8-E99F091DF0D0}" dt="2024-12-15T19:51:07.877" v="652" actId="26606"/>
          <ac:spMkLst>
            <pc:docMk/>
            <pc:sldMk cId="2283511194" sldId="270"/>
            <ac:spMk id="10" creationId="{5D6C15A0-C087-4593-8414-2B4EC1CDC3DE}"/>
          </ac:spMkLst>
        </pc:spChg>
        <pc:spChg chg="add del">
          <ac:chgData name="PAZIENZA DOMENICO RUGGIERO PIO" userId="d8b9f649-fa39-45d2-bc10-634e3a48aab2" providerId="ADAL" clId="{40ABEF3A-460D-4681-97D8-E99F091DF0D0}" dt="2024-12-15T19:47:43.979" v="646" actId="26606"/>
          <ac:spMkLst>
            <pc:docMk/>
            <pc:sldMk cId="2283511194" sldId="270"/>
            <ac:spMk id="15" creationId="{7449A6C7-D15F-4AA5-BFA5-71A404B47016}"/>
          </ac:spMkLst>
        </pc:spChg>
        <pc:spChg chg="add del">
          <ac:chgData name="PAZIENZA DOMENICO RUGGIERO PIO" userId="d8b9f649-fa39-45d2-bc10-634e3a48aab2" providerId="ADAL" clId="{40ABEF3A-460D-4681-97D8-E99F091DF0D0}" dt="2024-12-15T19:47:43.979" v="646" actId="26606"/>
          <ac:spMkLst>
            <pc:docMk/>
            <pc:sldMk cId="2283511194" sldId="270"/>
            <ac:spMk id="17" creationId="{ED888B23-07FA-482A-96DF-47E31AF1A603}"/>
          </ac:spMkLst>
        </pc:spChg>
        <pc:spChg chg="add del">
          <ac:chgData name="PAZIENZA DOMENICO RUGGIERO PIO" userId="d8b9f649-fa39-45d2-bc10-634e3a48aab2" providerId="ADAL" clId="{40ABEF3A-460D-4681-97D8-E99F091DF0D0}" dt="2024-12-15T19:50:29.469" v="650" actId="26606"/>
          <ac:spMkLst>
            <pc:docMk/>
            <pc:sldMk cId="2283511194" sldId="270"/>
            <ac:spMk id="19" creationId="{A1F6BF70-C7D1-4AF9-8DB4-BEEB8A9C3529}"/>
          </ac:spMkLst>
        </pc:spChg>
        <pc:spChg chg="add del">
          <ac:chgData name="PAZIENZA DOMENICO RUGGIERO PIO" userId="d8b9f649-fa39-45d2-bc10-634e3a48aab2" providerId="ADAL" clId="{40ABEF3A-460D-4681-97D8-E99F091DF0D0}" dt="2024-12-15T19:50:29.469" v="650" actId="26606"/>
          <ac:spMkLst>
            <pc:docMk/>
            <pc:sldMk cId="2283511194" sldId="270"/>
            <ac:spMk id="23" creationId="{2C1BBA94-3F40-40AA-8BB9-E69E25E537C1}"/>
          </ac:spMkLst>
        </pc:spChg>
        <pc:grpChg chg="add del">
          <ac:chgData name="PAZIENZA DOMENICO RUGGIERO PIO" userId="d8b9f649-fa39-45d2-bc10-634e3a48aab2" providerId="ADAL" clId="{40ABEF3A-460D-4681-97D8-E99F091DF0D0}" dt="2024-12-15T19:47:43.979" v="646" actId="26606"/>
          <ac:grpSpMkLst>
            <pc:docMk/>
            <pc:sldMk cId="2283511194" sldId="270"/>
            <ac:grpSpMk id="11" creationId="{05314994-6337-4875-8CF5-652CAFE8342C}"/>
          </ac:grpSpMkLst>
        </pc:grpChg>
        <pc:grpChg chg="add del">
          <ac:chgData name="PAZIENZA DOMENICO RUGGIERO PIO" userId="d8b9f649-fa39-45d2-bc10-634e3a48aab2" providerId="ADAL" clId="{40ABEF3A-460D-4681-97D8-E99F091DF0D0}" dt="2024-12-15T19:50:29.469" v="650" actId="26606"/>
          <ac:grpSpMkLst>
            <pc:docMk/>
            <pc:sldMk cId="2283511194" sldId="270"/>
            <ac:grpSpMk id="20" creationId="{0C66A8B6-1F6E-4FCC-93B9-B9986B6FD111}"/>
          </ac:grpSpMkLst>
        </pc:grpChg>
        <pc:graphicFrameChg chg="add del">
          <ac:chgData name="PAZIENZA DOMENICO RUGGIERO PIO" userId="d8b9f649-fa39-45d2-bc10-634e3a48aab2" providerId="ADAL" clId="{40ABEF3A-460D-4681-97D8-E99F091DF0D0}" dt="2024-12-15T19:47:43.979" v="646" actId="26606"/>
          <ac:graphicFrameMkLst>
            <pc:docMk/>
            <pc:sldMk cId="2283511194" sldId="270"/>
            <ac:graphicFrameMk id="5" creationId="{01FE1870-8EF9-A4A1-DFD5-B36612972217}"/>
          </ac:graphicFrameMkLst>
        </pc:graphicFrameChg>
        <pc:graphicFrameChg chg="add del">
          <ac:chgData name="PAZIENZA DOMENICO RUGGIERO PIO" userId="d8b9f649-fa39-45d2-bc10-634e3a48aab2" providerId="ADAL" clId="{40ABEF3A-460D-4681-97D8-E99F091DF0D0}" dt="2024-12-15T19:50:29.469" v="650" actId="26606"/>
          <ac:graphicFrameMkLst>
            <pc:docMk/>
            <pc:sldMk cId="2283511194" sldId="270"/>
            <ac:graphicFrameMk id="24" creationId="{C1F09F45-7A03-940C-C034-3BEFF54042BC}"/>
          </ac:graphicFrameMkLst>
        </pc:graphicFrameChg>
      </pc:sldChg>
      <pc:sldChg chg="addSp modSp new mod setBg">
        <pc:chgData name="PAZIENZA DOMENICO RUGGIERO PIO" userId="d8b9f649-fa39-45d2-bc10-634e3a48aab2" providerId="ADAL" clId="{40ABEF3A-460D-4681-97D8-E99F091DF0D0}" dt="2024-12-15T19:51:41.992" v="656" actId="26606"/>
        <pc:sldMkLst>
          <pc:docMk/>
          <pc:sldMk cId="2378735362" sldId="271"/>
        </pc:sldMkLst>
        <pc:spChg chg="mod">
          <ac:chgData name="PAZIENZA DOMENICO RUGGIERO PIO" userId="d8b9f649-fa39-45d2-bc10-634e3a48aab2" providerId="ADAL" clId="{40ABEF3A-460D-4681-97D8-E99F091DF0D0}" dt="2024-12-15T19:51:41.992" v="656" actId="26606"/>
          <ac:spMkLst>
            <pc:docMk/>
            <pc:sldMk cId="2378735362" sldId="271"/>
            <ac:spMk id="2" creationId="{81231754-6091-BDED-D659-BF4E8FCFD9D3}"/>
          </ac:spMkLst>
        </pc:spChg>
        <pc:spChg chg="mod">
          <ac:chgData name="PAZIENZA DOMENICO RUGGIERO PIO" userId="d8b9f649-fa39-45d2-bc10-634e3a48aab2" providerId="ADAL" clId="{40ABEF3A-460D-4681-97D8-E99F091DF0D0}" dt="2024-12-15T19:51:41.992" v="656" actId="26606"/>
          <ac:spMkLst>
            <pc:docMk/>
            <pc:sldMk cId="2378735362" sldId="271"/>
            <ac:spMk id="3" creationId="{F2025D96-04E7-48BC-4483-4604CE6B0DD8}"/>
          </ac:spMkLst>
        </pc:spChg>
        <pc:spChg chg="add">
          <ac:chgData name="PAZIENZA DOMENICO RUGGIERO PIO" userId="d8b9f649-fa39-45d2-bc10-634e3a48aab2" providerId="ADAL" clId="{40ABEF3A-460D-4681-97D8-E99F091DF0D0}" dt="2024-12-15T19:51:41.992" v="656" actId="26606"/>
          <ac:spMkLst>
            <pc:docMk/>
            <pc:sldMk cId="2378735362" sldId="271"/>
            <ac:spMk id="9" creationId="{F13C74B1-5B17-4795-BED0-7140497B445A}"/>
          </ac:spMkLst>
        </pc:spChg>
        <pc:spChg chg="add">
          <ac:chgData name="PAZIENZA DOMENICO RUGGIERO PIO" userId="d8b9f649-fa39-45d2-bc10-634e3a48aab2" providerId="ADAL" clId="{40ABEF3A-460D-4681-97D8-E99F091DF0D0}" dt="2024-12-15T19:51:41.992" v="656" actId="26606"/>
          <ac:spMkLst>
            <pc:docMk/>
            <pc:sldMk cId="2378735362" sldId="271"/>
            <ac:spMk id="11" creationId="{D4974D33-8DC5-464E-8C6D-BE58F0669C17}"/>
          </ac:spMkLst>
        </pc:spChg>
        <pc:picChg chg="add">
          <ac:chgData name="PAZIENZA DOMENICO RUGGIERO PIO" userId="d8b9f649-fa39-45d2-bc10-634e3a48aab2" providerId="ADAL" clId="{40ABEF3A-460D-4681-97D8-E99F091DF0D0}" dt="2024-12-15T19:51:41.992" v="656" actId="26606"/>
          <ac:picMkLst>
            <pc:docMk/>
            <pc:sldMk cId="2378735362" sldId="271"/>
            <ac:picMk id="5" creationId="{5F3B1B7F-D79E-8CFE-B5C1-4BB07EB9C4BF}"/>
          </ac:picMkLst>
        </pc:picChg>
      </pc:sldChg>
      <pc:sldChg chg="new del">
        <pc:chgData name="PAZIENZA DOMENICO RUGGIERO PIO" userId="d8b9f649-fa39-45d2-bc10-634e3a48aab2" providerId="ADAL" clId="{40ABEF3A-460D-4681-97D8-E99F091DF0D0}" dt="2024-12-15T19:50:29.002" v="649" actId="680"/>
        <pc:sldMkLst>
          <pc:docMk/>
          <pc:sldMk cId="3072985772" sldId="271"/>
        </pc:sldMkLst>
      </pc:sldChg>
      <pc:sldMasterChg chg="add del addSldLayout delSldLayout">
        <pc:chgData name="PAZIENZA DOMENICO RUGGIERO PIO" userId="d8b9f649-fa39-45d2-bc10-634e3a48aab2" providerId="ADAL" clId="{40ABEF3A-460D-4681-97D8-E99F091DF0D0}" dt="2024-12-15T17:51:11.195" v="209" actId="26606"/>
        <pc:sldMasterMkLst>
          <pc:docMk/>
          <pc:sldMasterMk cId="1971043715" sldId="2147483648"/>
        </pc:sldMasterMkLst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624815418" sldId="214748364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1980586957" sldId="214748365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2570406387" sldId="214748365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715832122" sldId="214748365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3105467126" sldId="214748365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2228247751" sldId="214748365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3580282736" sldId="214748365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2425035050" sldId="214748365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2383858647" sldId="214748365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2141819007" sldId="214748365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971043715" sldId="2147483648"/>
            <pc:sldLayoutMk cId="3732512628" sldId="2147483659"/>
          </pc:sldLayoutMkLst>
        </pc:sldLayoutChg>
      </pc:sldMasterChg>
      <pc:sldMasterChg chg="add del replId addSldLayout delSldLayout">
        <pc:chgData name="PAZIENZA DOMENICO RUGGIERO PIO" userId="d8b9f649-fa39-45d2-bc10-634e3a48aab2" providerId="ADAL" clId="{40ABEF3A-460D-4681-97D8-E99F091DF0D0}" dt="2024-12-15T17:40:49.582" v="93" actId="26606"/>
        <pc:sldMasterMkLst>
          <pc:docMk/>
          <pc:sldMasterMk cId="803362636" sldId="2147483660"/>
        </pc:sldMasterMkLst>
        <pc:sldLayoutChg chg="add del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987931380" sldId="2147483661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370037529" sldId="2147483662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4286328835" sldId="2147483663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993088699" sldId="2147483664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2987321958" sldId="2147483665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2274521235" sldId="2147483666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1891870140" sldId="2147483667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1873024198" sldId="2147483668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1639796285" sldId="2147483669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1404125505" sldId="2147483670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0:49.582" v="93" actId="26606"/>
          <pc:sldLayoutMkLst>
            <pc:docMk/>
            <pc:sldMasterMk cId="803362636" sldId="2147483660"/>
            <pc:sldLayoutMk cId="3819712709" sldId="2147483671"/>
          </pc:sldLayoutMkLst>
        </pc:sldLayoutChg>
      </pc:sldMasterChg>
      <pc:sldMasterChg chg="add del replId addSldLayout delSldLayout">
        <pc:chgData name="PAZIENZA DOMENICO RUGGIERO PIO" userId="d8b9f649-fa39-45d2-bc10-634e3a48aab2" providerId="ADAL" clId="{40ABEF3A-460D-4681-97D8-E99F091DF0D0}" dt="2024-12-15T17:37:56.019" v="26" actId="26606"/>
        <pc:sldMasterMkLst>
          <pc:docMk/>
          <pc:sldMasterMk cId="2065648136" sldId="2147483660"/>
        </pc:sldMasterMkLst>
        <pc:sldLayoutChg chg="add del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2953000966" sldId="2147483661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520279211" sldId="2147483662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3809337748" sldId="2147483663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881881766" sldId="2147483664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1444013361" sldId="2147483665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3830812034" sldId="2147483666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2633411483" sldId="2147483667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2048972121" sldId="2147483668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2674968902" sldId="2147483669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1479321575" sldId="2147483670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6.019" v="26" actId="26606"/>
          <pc:sldLayoutMkLst>
            <pc:docMk/>
            <pc:sldMasterMk cId="2065648136" sldId="2147483660"/>
            <pc:sldLayoutMk cId="3022985020" sldId="2147483671"/>
          </pc:sldLayoutMkLst>
        </pc:sldLayoutChg>
      </pc:sldMasterChg>
      <pc:sldMasterChg chg="add del replId addSldLayout delSldLayout">
        <pc:chgData name="PAZIENZA DOMENICO RUGGIERO PIO" userId="d8b9f649-fa39-45d2-bc10-634e3a48aab2" providerId="ADAL" clId="{40ABEF3A-460D-4681-97D8-E99F091DF0D0}" dt="2024-12-15T17:37:50.430" v="18" actId="26606"/>
        <pc:sldMasterMkLst>
          <pc:docMk/>
          <pc:sldMasterMk cId="2065648136" sldId="2147483660"/>
        </pc:sldMasterMkLst>
        <pc:sldLayoutChg chg="add del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2953000966" sldId="2147483661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520279211" sldId="2147483662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3809337748" sldId="2147483663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881881766" sldId="2147483664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1444013361" sldId="2147483665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3830812034" sldId="2147483666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2633411483" sldId="2147483667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2048972121" sldId="2147483668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2674968902" sldId="2147483669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1479321575" sldId="2147483670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37:50.430" v="18" actId="26606"/>
          <pc:sldLayoutMkLst>
            <pc:docMk/>
            <pc:sldMasterMk cId="2065648136" sldId="2147483660"/>
            <pc:sldLayoutMk cId="3022985020" sldId="2147483671"/>
          </pc:sldLayoutMkLst>
        </pc:sldLayoutChg>
      </pc:sldMasterChg>
      <pc:sldMasterChg chg="add del replId addSldLayout delSldLayout">
        <pc:chgData name="PAZIENZA DOMENICO RUGGIERO PIO" userId="d8b9f649-fa39-45d2-bc10-634e3a48aab2" providerId="ADAL" clId="{40ABEF3A-460D-4681-97D8-E99F091DF0D0}" dt="2024-12-15T17:44:33.486" v="191" actId="26606"/>
        <pc:sldMasterMkLst>
          <pc:docMk/>
          <pc:sldMasterMk cId="3243900292" sldId="2147483660"/>
        </pc:sldMasterMkLst>
        <pc:sldLayoutChg chg="add del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4292315175" sldId="2147483661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358520025" sldId="2147483662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2398749283" sldId="2147483663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395518791" sldId="2147483664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1625858407" sldId="2147483665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4042764874" sldId="2147483666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2713322190" sldId="2147483667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3678417315" sldId="2147483668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3414781316" sldId="2147483669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3191193175" sldId="2147483670"/>
          </pc:sldLayoutMkLst>
        </pc:sldLayoutChg>
        <pc:sldLayoutChg chg="add del replId">
          <pc:chgData name="PAZIENZA DOMENICO RUGGIERO PIO" userId="d8b9f649-fa39-45d2-bc10-634e3a48aab2" providerId="ADAL" clId="{40ABEF3A-460D-4681-97D8-E99F091DF0D0}" dt="2024-12-15T17:44:33.486" v="191" actId="26606"/>
          <pc:sldLayoutMkLst>
            <pc:docMk/>
            <pc:sldMasterMk cId="3243900292" sldId="2147483660"/>
            <pc:sldLayoutMk cId="2584746754" sldId="2147483671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0:42.772" v="91" actId="26606"/>
        <pc:sldMasterMkLst>
          <pc:docMk/>
          <pc:sldMasterMk cId="693233602" sldId="2147483673"/>
        </pc:sldMasterMkLst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2618374236" sldId="214748366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1870341700" sldId="214748366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1542523962" sldId="214748366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1458883974" sldId="214748366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3713796858" sldId="214748366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3911991763" sldId="214748366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2797184781" sldId="214748366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945066293" sldId="214748366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119574222" sldId="214748367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4208379784" sldId="214748367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0:42.772" v="91" actId="26606"/>
          <pc:sldLayoutMkLst>
            <pc:docMk/>
            <pc:sldMasterMk cId="693233602" sldId="2147483673"/>
            <pc:sldLayoutMk cId="3024522201" sldId="2147483672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26.486" v="189" actId="26606"/>
        <pc:sldMasterMkLst>
          <pc:docMk/>
          <pc:sldMasterMk cId="3521689316" sldId="2147483673"/>
        </pc:sldMasterMkLst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308238195" sldId="214748366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9498556" sldId="214748366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196416506" sldId="214748366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493559336" sldId="214748366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370933672" sldId="214748366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4208101745" sldId="214748366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864840799" sldId="214748366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228361846" sldId="214748366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3460098051" sldId="214748367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3191904317" sldId="214748367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26.486" v="189" actId="26606"/>
          <pc:sldLayoutMkLst>
            <pc:docMk/>
            <pc:sldMasterMk cId="3521689316" sldId="2147483673"/>
            <pc:sldLayoutMk cId="1730814236" sldId="2147483672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3:27.884" v="173" actId="26606"/>
        <pc:sldMasterMkLst>
          <pc:docMk/>
          <pc:sldMasterMk cId="3816098240" sldId="2147483673"/>
        </pc:sldMasterMkLst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1193917436" sldId="214748366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3064008457" sldId="214748366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3757014358" sldId="214748366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1984802968" sldId="214748366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472563284" sldId="214748366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2454939330" sldId="214748366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2215300527" sldId="214748366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2944330563" sldId="214748366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3357158962" sldId="214748367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2991960677" sldId="214748367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3:27.884" v="173" actId="26606"/>
          <pc:sldLayoutMkLst>
            <pc:docMk/>
            <pc:sldMasterMk cId="3816098240" sldId="2147483673"/>
            <pc:sldLayoutMk cId="2916636259" sldId="2147483672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37:57.831" v="34" actId="26606"/>
        <pc:sldMasterMkLst>
          <pc:docMk/>
          <pc:sldMasterMk cId="238763683" sldId="2147483686"/>
        </pc:sldMasterMkLst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1885807784" sldId="214748367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781529254" sldId="214748367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433665030" sldId="214748367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424218668" sldId="214748367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1883156869" sldId="214748367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959816882" sldId="214748368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255174731" sldId="214748368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824425350" sldId="214748368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4151534813" sldId="214748368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3777442290" sldId="214748368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7.831" v="34" actId="26606"/>
          <pc:sldLayoutMkLst>
            <pc:docMk/>
            <pc:sldMasterMk cId="238763683" sldId="2147483686"/>
            <pc:sldLayoutMk cId="2879386341" sldId="2147483685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35.333" v="195" actId="26606"/>
        <pc:sldMasterMkLst>
          <pc:docMk/>
          <pc:sldMasterMk cId="2442257628" sldId="2147483686"/>
        </pc:sldMasterMkLst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386419972" sldId="214748367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1076775129" sldId="214748367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2061044240" sldId="214748367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3158948789" sldId="214748367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2088724450" sldId="214748367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673080447" sldId="214748368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2804386270" sldId="214748368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3650284169" sldId="214748368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2013899641" sldId="214748368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415677261" sldId="214748368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5.333" v="195" actId="26606"/>
          <pc:sldLayoutMkLst>
            <pc:docMk/>
            <pc:sldMasterMk cId="2442257628" sldId="2147483686"/>
            <pc:sldLayoutMk cId="4291666655" sldId="2147483685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1:27.420" v="99" actId="26606"/>
        <pc:sldMasterMkLst>
          <pc:docMk/>
          <pc:sldMasterMk cId="2757797205" sldId="2147483686"/>
        </pc:sldMasterMkLst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3122553707" sldId="214748367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3743755093" sldId="214748367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3877837359" sldId="214748367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3778292443" sldId="214748367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1649280280" sldId="214748367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1309276548" sldId="214748368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2607216655" sldId="214748368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1054642960" sldId="214748368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1922953546" sldId="214748368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2761345771" sldId="214748368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1:27.420" v="99" actId="26606"/>
          <pc:sldLayoutMkLst>
            <pc:docMk/>
            <pc:sldMasterMk cId="2757797205" sldId="2147483686"/>
            <pc:sldLayoutMk cId="1165559627" sldId="2147483685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37:59.700" v="36" actId="26606"/>
        <pc:sldMasterMkLst>
          <pc:docMk/>
          <pc:sldMasterMk cId="2341501116" sldId="2147483699"/>
        </pc:sldMasterMkLst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2743816476" sldId="214748368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1248875831" sldId="214748368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2573079454" sldId="214748369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1972664548" sldId="214748369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2873814567" sldId="214748369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629872911" sldId="214748369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2084178183" sldId="214748369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444976230" sldId="214748369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957080213" sldId="214748369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351158642" sldId="214748369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7:59.700" v="36" actId="26606"/>
          <pc:sldLayoutMkLst>
            <pc:docMk/>
            <pc:sldMasterMk cId="2341501116" sldId="2147483699"/>
            <pc:sldLayoutMk cId="3972218842" sldId="2147483698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38:01.113" v="38" actId="26606"/>
        <pc:sldMasterMkLst>
          <pc:docMk/>
          <pc:sldMasterMk cId="2979147429" sldId="2147483712"/>
        </pc:sldMasterMkLst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3772459752" sldId="214748370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2427388801" sldId="214748370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417264040" sldId="214748370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915653636" sldId="214748370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1219034467" sldId="214748370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224931429" sldId="214748370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4047954078" sldId="214748370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2459170561" sldId="214748370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3705836619" sldId="214748370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1048791323" sldId="214748371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01.113" v="38" actId="26606"/>
          <pc:sldLayoutMkLst>
            <pc:docMk/>
            <pc:sldMasterMk cId="2979147429" sldId="2147483712"/>
            <pc:sldLayoutMk cId="3009967827" sldId="2147483711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36.483" v="197" actId="26606"/>
        <pc:sldMasterMkLst>
          <pc:docMk/>
          <pc:sldMasterMk cId="3010349966" sldId="2147483712"/>
        </pc:sldMasterMkLst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2517907639" sldId="214748370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925444225" sldId="214748370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3256615643" sldId="214748370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3326923511" sldId="214748370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2027859966" sldId="214748370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3925695993" sldId="214748370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3750451055" sldId="214748370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1701748280" sldId="214748370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1082756856" sldId="214748370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2647313386" sldId="214748371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6.483" v="197" actId="26606"/>
          <pc:sldLayoutMkLst>
            <pc:docMk/>
            <pc:sldMasterMk cId="3010349966" sldId="2147483712"/>
            <pc:sldLayoutMk cId="598347544" sldId="2147483711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37.666" v="199" actId="26606"/>
        <pc:sldMasterMkLst>
          <pc:docMk/>
          <pc:sldMasterMk cId="2097591960" sldId="2147483725"/>
        </pc:sldMasterMkLst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923536452" sldId="214748371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884910185" sldId="214748371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940120093" sldId="214748371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1672844358" sldId="214748371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903799386" sldId="214748371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881178293" sldId="214748371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711336769" sldId="214748372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741302732" sldId="214748372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583307744" sldId="214748372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2405997331" sldId="214748372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7.666" v="199" actId="26606"/>
          <pc:sldLayoutMkLst>
            <pc:docMk/>
            <pc:sldMasterMk cId="2097591960" sldId="2147483725"/>
            <pc:sldLayoutMk cId="3926895582" sldId="2147483724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38:25.276" v="40" actId="26606"/>
        <pc:sldMasterMkLst>
          <pc:docMk/>
          <pc:sldMasterMk cId="3005505166" sldId="2147483725"/>
        </pc:sldMasterMkLst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2686559866" sldId="214748371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1245062466" sldId="214748371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2158056064" sldId="214748371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3440428505" sldId="214748371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1935143251" sldId="214748371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4228230414" sldId="214748371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1715536122" sldId="214748372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2266744546" sldId="214748372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3807523547" sldId="214748372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3246369095" sldId="214748372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38:25.276" v="40" actId="26606"/>
          <pc:sldLayoutMkLst>
            <pc:docMk/>
            <pc:sldMasterMk cId="3005505166" sldId="2147483725"/>
            <pc:sldLayoutMk cId="2685986114" sldId="2147483724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38.602" v="201" actId="26606"/>
        <pc:sldMasterMkLst>
          <pc:docMk/>
          <pc:sldMasterMk cId="182143841" sldId="2147483738"/>
        </pc:sldMasterMkLst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1578538173" sldId="214748372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1426795812" sldId="214748372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3446864828" sldId="214748372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2514672968" sldId="214748373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550972552" sldId="214748373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2875435699" sldId="214748373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3403824107" sldId="214748373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2070148249" sldId="214748373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2623975191" sldId="214748373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3178068687" sldId="214748373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38.602" v="201" actId="26606"/>
          <pc:sldLayoutMkLst>
            <pc:docMk/>
            <pc:sldMasterMk cId="182143841" sldId="2147483738"/>
            <pc:sldLayoutMk cId="4155736541" sldId="2147483737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46.538" v="205" actId="26606"/>
        <pc:sldMasterMkLst>
          <pc:docMk/>
          <pc:sldMasterMk cId="2292344357" sldId="2147483744"/>
        </pc:sldMasterMkLst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2299494" sldId="214748372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1492677057" sldId="214748372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4213103151" sldId="214748372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2523018972" sldId="214748373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2099256869" sldId="214748373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3326874690" sldId="214748373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1667158995" sldId="214748373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4165249964" sldId="214748373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3404934796" sldId="214748373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118282444" sldId="214748373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3040812336" sldId="214748373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1009698494" sldId="214748373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512285049" sldId="214748373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526470703" sldId="214748374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3052391510" sldId="214748374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1019891084" sldId="214748374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6.538" v="205" actId="26606"/>
          <pc:sldLayoutMkLst>
            <pc:docMk/>
            <pc:sldMasterMk cId="2292344357" sldId="2147483744"/>
            <pc:sldLayoutMk cId="564404211" sldId="2147483743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51:11.195" v="209" actId="26606"/>
        <pc:sldMasterMkLst>
          <pc:docMk/>
          <pc:sldMasterMk cId="10764406" sldId="2147483751"/>
        </pc:sldMasterMkLst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2826834269" sldId="214748374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3225432128" sldId="214748374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647337585" sldId="214748374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1082734244" sldId="214748374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86201027" sldId="214748374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1569897365" sldId="214748374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1884555292" sldId="214748374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3081325447" sldId="214748374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2205349905" sldId="214748374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657276607" sldId="214748374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51:11.195" v="209" actId="26606"/>
          <pc:sldLayoutMkLst>
            <pc:docMk/>
            <pc:sldMasterMk cId="10764406" sldId="2147483751"/>
            <pc:sldLayoutMk cId="2126466311" sldId="2147483750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4:44.290" v="203" actId="26606"/>
        <pc:sldMasterMkLst>
          <pc:docMk/>
          <pc:sldMasterMk cId="1591644497" sldId="2147483751"/>
        </pc:sldMasterMkLst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3028842452" sldId="214748374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1869112918" sldId="214748374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464940891" sldId="214748374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3375192787" sldId="214748374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4087367734" sldId="214748374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2909740224" sldId="214748374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2730263306" sldId="214748374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2370338522" sldId="214748374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791178343" sldId="214748374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2731971062" sldId="214748374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4:44.290" v="203" actId="26606"/>
          <pc:sldLayoutMkLst>
            <pc:docMk/>
            <pc:sldMasterMk cId="1591644497" sldId="2147483751"/>
            <pc:sldLayoutMk cId="2214112685" sldId="2147483750"/>
          </pc:sldLayoutMkLst>
        </pc:sldLayoutChg>
      </pc:sldMasterChg>
      <pc:sldMasterChg chg="add del addSldLayout delSldLayout">
        <pc:chgData name="PAZIENZA DOMENICO RUGGIERO PIO" userId="d8b9f649-fa39-45d2-bc10-634e3a48aab2" providerId="ADAL" clId="{40ABEF3A-460D-4681-97D8-E99F091DF0D0}" dt="2024-12-15T17:45:02.239" v="207" actId="26606"/>
        <pc:sldMasterMkLst>
          <pc:docMk/>
          <pc:sldMasterMk cId="854319506" sldId="2147483757"/>
        </pc:sldMasterMkLst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2386185491" sldId="2147483746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379297778" sldId="2147483747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82360321" sldId="2147483748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3876082553" sldId="2147483749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2474400318" sldId="2147483750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564380802" sldId="2147483751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176597545" sldId="2147483752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043293028" sldId="2147483753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3226045959" sldId="2147483754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04776944" sldId="2147483755"/>
          </pc:sldLayoutMkLst>
        </pc:sldLayoutChg>
        <pc:sldLayoutChg chg="add del">
          <pc:chgData name="PAZIENZA DOMENICO RUGGIERO PIO" userId="d8b9f649-fa39-45d2-bc10-634e3a48aab2" providerId="ADAL" clId="{40ABEF3A-460D-4681-97D8-E99F091DF0D0}" dt="2024-12-15T17:45:02.239" v="207" actId="26606"/>
          <pc:sldLayoutMkLst>
            <pc:docMk/>
            <pc:sldMasterMk cId="854319506" sldId="2147483757"/>
            <pc:sldLayoutMk cId="1614042888" sldId="214748375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4EC56-3FE0-4F01-A393-DB019DCF630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571151-D35C-40DF-BEA1-7F96B5079F4A}">
      <dgm:prSet/>
      <dgm:spPr/>
      <dgm:t>
        <a:bodyPr/>
        <a:lstStyle/>
        <a:p>
          <a:r>
            <a:rPr lang="en-US" b="1"/>
            <a:t>Crime Prediction</a:t>
          </a:r>
          <a:r>
            <a:rPr lang="en-US"/>
            <a:t>:</a:t>
          </a:r>
        </a:p>
      </dgm:t>
    </dgm:pt>
    <dgm:pt modelId="{9BFC0D8C-7DFD-43A0-BF52-ED56C2656EBA}" type="parTrans" cxnId="{5F6F2BB3-C348-4675-9034-BCCAC43C19D0}">
      <dgm:prSet/>
      <dgm:spPr/>
      <dgm:t>
        <a:bodyPr/>
        <a:lstStyle/>
        <a:p>
          <a:endParaRPr lang="en-US"/>
        </a:p>
      </dgm:t>
    </dgm:pt>
    <dgm:pt modelId="{514B1C5F-F514-4032-AED2-80E85AF1ED5C}" type="sibTrans" cxnId="{5F6F2BB3-C348-4675-9034-BCCAC43C19D0}">
      <dgm:prSet/>
      <dgm:spPr/>
      <dgm:t>
        <a:bodyPr/>
        <a:lstStyle/>
        <a:p>
          <a:endParaRPr lang="en-US"/>
        </a:p>
      </dgm:t>
    </dgm:pt>
    <dgm:pt modelId="{45CD5F1B-2796-4364-8D14-6B45D71F5B9F}">
      <dgm:prSet/>
      <dgm:spPr/>
      <dgm:t>
        <a:bodyPr/>
        <a:lstStyle/>
        <a:p>
          <a:r>
            <a:rPr lang="en-US" dirty="0"/>
            <a:t>Anticipates crimes based on historical data using an LSTM model.</a:t>
          </a:r>
        </a:p>
      </dgm:t>
    </dgm:pt>
    <dgm:pt modelId="{BCFA8562-21E0-48F7-8399-7C1C4F371DDF}" type="parTrans" cxnId="{E1D7E544-9893-42A8-8A66-14B31241C968}">
      <dgm:prSet/>
      <dgm:spPr/>
      <dgm:t>
        <a:bodyPr/>
        <a:lstStyle/>
        <a:p>
          <a:endParaRPr lang="en-US"/>
        </a:p>
      </dgm:t>
    </dgm:pt>
    <dgm:pt modelId="{3C84A54F-8C63-4B68-B5C5-F2A20AE01552}" type="sibTrans" cxnId="{E1D7E544-9893-42A8-8A66-14B31241C968}">
      <dgm:prSet/>
      <dgm:spPr/>
      <dgm:t>
        <a:bodyPr/>
        <a:lstStyle/>
        <a:p>
          <a:endParaRPr lang="en-US"/>
        </a:p>
      </dgm:t>
    </dgm:pt>
    <dgm:pt modelId="{D38108C7-EC88-48BC-A620-D0E5D99B96C2}">
      <dgm:prSet/>
      <dgm:spPr/>
      <dgm:t>
        <a:bodyPr/>
        <a:lstStyle/>
        <a:p>
          <a:r>
            <a:rPr lang="en-US"/>
            <a:t>Focuses resources on high-risk areas for proactive action.</a:t>
          </a:r>
        </a:p>
      </dgm:t>
    </dgm:pt>
    <dgm:pt modelId="{A94F5730-73D9-48E4-9133-0C70363735A3}" type="parTrans" cxnId="{4121B0EC-1612-49B6-9172-D9A2272BE331}">
      <dgm:prSet/>
      <dgm:spPr/>
      <dgm:t>
        <a:bodyPr/>
        <a:lstStyle/>
        <a:p>
          <a:endParaRPr lang="en-US"/>
        </a:p>
      </dgm:t>
    </dgm:pt>
    <dgm:pt modelId="{6E03D365-E53F-4A17-AF37-9FE254F09069}" type="sibTrans" cxnId="{4121B0EC-1612-49B6-9172-D9A2272BE331}">
      <dgm:prSet/>
      <dgm:spPr/>
      <dgm:t>
        <a:bodyPr/>
        <a:lstStyle/>
        <a:p>
          <a:endParaRPr lang="en-US"/>
        </a:p>
      </dgm:t>
    </dgm:pt>
    <dgm:pt modelId="{20A24F4C-DEAC-4A84-A3D4-D5A792B833F9}">
      <dgm:prSet/>
      <dgm:spPr/>
      <dgm:t>
        <a:bodyPr/>
        <a:lstStyle/>
        <a:p>
          <a:r>
            <a:rPr lang="en-US" b="1"/>
            <a:t>Visualization</a:t>
          </a:r>
          <a:r>
            <a:rPr lang="en-US"/>
            <a:t>:</a:t>
          </a:r>
        </a:p>
      </dgm:t>
    </dgm:pt>
    <dgm:pt modelId="{F7CABD1B-DD87-4293-AA8F-14C03D42F2B8}" type="parTrans" cxnId="{31C219D7-9DDD-4C78-9D26-6E3DB1454808}">
      <dgm:prSet/>
      <dgm:spPr/>
      <dgm:t>
        <a:bodyPr/>
        <a:lstStyle/>
        <a:p>
          <a:endParaRPr lang="en-US"/>
        </a:p>
      </dgm:t>
    </dgm:pt>
    <dgm:pt modelId="{D7049C06-7D99-43D6-8D7A-AFB193EE6A87}" type="sibTrans" cxnId="{31C219D7-9DDD-4C78-9D26-6E3DB1454808}">
      <dgm:prSet/>
      <dgm:spPr/>
      <dgm:t>
        <a:bodyPr/>
        <a:lstStyle/>
        <a:p>
          <a:endParaRPr lang="en-US"/>
        </a:p>
      </dgm:t>
    </dgm:pt>
    <dgm:pt modelId="{9950D85B-B444-4A30-BC3E-8E0EAE2E2809}">
      <dgm:prSet/>
      <dgm:spPr/>
      <dgm:t>
        <a:bodyPr/>
        <a:lstStyle/>
        <a:p>
          <a:r>
            <a:rPr lang="en-US"/>
            <a:t>Uses heatmaps to highlight crime hotspots for easy interpretation.</a:t>
          </a:r>
        </a:p>
      </dgm:t>
    </dgm:pt>
    <dgm:pt modelId="{6D2788D6-C228-4FD0-B835-82008F58F947}" type="parTrans" cxnId="{359D174A-E824-48F7-9BD1-0455FFDE60AB}">
      <dgm:prSet/>
      <dgm:spPr/>
      <dgm:t>
        <a:bodyPr/>
        <a:lstStyle/>
        <a:p>
          <a:endParaRPr lang="en-US"/>
        </a:p>
      </dgm:t>
    </dgm:pt>
    <dgm:pt modelId="{A929C1B4-8808-416A-AC7C-A33996F5A584}" type="sibTrans" cxnId="{359D174A-E824-48F7-9BD1-0455FFDE60AB}">
      <dgm:prSet/>
      <dgm:spPr/>
      <dgm:t>
        <a:bodyPr/>
        <a:lstStyle/>
        <a:p>
          <a:endParaRPr lang="en-US"/>
        </a:p>
      </dgm:t>
    </dgm:pt>
    <dgm:pt modelId="{30BB3BC7-399D-4042-A4E2-46550B9E07F2}">
      <dgm:prSet/>
      <dgm:spPr/>
      <dgm:t>
        <a:bodyPr/>
        <a:lstStyle/>
        <a:p>
          <a:r>
            <a:rPr lang="en-US"/>
            <a:t>Facilitates quick identification of priority areas.</a:t>
          </a:r>
        </a:p>
      </dgm:t>
    </dgm:pt>
    <dgm:pt modelId="{B8D53698-23AF-4841-98C1-2115C7DEBE86}" type="parTrans" cxnId="{02F73F77-DA5A-4B71-8BA5-2EDE3225877D}">
      <dgm:prSet/>
      <dgm:spPr/>
      <dgm:t>
        <a:bodyPr/>
        <a:lstStyle/>
        <a:p>
          <a:endParaRPr lang="en-US"/>
        </a:p>
      </dgm:t>
    </dgm:pt>
    <dgm:pt modelId="{64AB10AE-B32E-4D43-92CE-B78A3506B1B1}" type="sibTrans" cxnId="{02F73F77-DA5A-4B71-8BA5-2EDE3225877D}">
      <dgm:prSet/>
      <dgm:spPr/>
      <dgm:t>
        <a:bodyPr/>
        <a:lstStyle/>
        <a:p>
          <a:endParaRPr lang="en-US"/>
        </a:p>
      </dgm:t>
    </dgm:pt>
    <dgm:pt modelId="{17FA77BF-88C1-42A4-9B7D-1AF17BF86AF1}">
      <dgm:prSet/>
      <dgm:spPr/>
      <dgm:t>
        <a:bodyPr/>
        <a:lstStyle/>
        <a:p>
          <a:r>
            <a:rPr lang="en-US" b="1"/>
            <a:t>Resource Deployment</a:t>
          </a:r>
          <a:r>
            <a:rPr lang="en-US"/>
            <a:t>:</a:t>
          </a:r>
        </a:p>
      </dgm:t>
    </dgm:pt>
    <dgm:pt modelId="{91445C33-3FE5-48AD-8349-458B0169A4E6}" type="parTrans" cxnId="{88835A47-29BE-4217-BAF9-509530E367E9}">
      <dgm:prSet/>
      <dgm:spPr/>
      <dgm:t>
        <a:bodyPr/>
        <a:lstStyle/>
        <a:p>
          <a:endParaRPr lang="en-US"/>
        </a:p>
      </dgm:t>
    </dgm:pt>
    <dgm:pt modelId="{C2E6108B-8C6A-41D1-AD08-F408C4551CF3}" type="sibTrans" cxnId="{88835A47-29BE-4217-BAF9-509530E367E9}">
      <dgm:prSet/>
      <dgm:spPr/>
      <dgm:t>
        <a:bodyPr/>
        <a:lstStyle/>
        <a:p>
          <a:endParaRPr lang="en-US"/>
        </a:p>
      </dgm:t>
    </dgm:pt>
    <dgm:pt modelId="{D282B971-2B87-468A-987E-BB594C2A7B56}">
      <dgm:prSet/>
      <dgm:spPr/>
      <dgm:t>
        <a:bodyPr/>
        <a:lstStyle/>
        <a:p>
          <a:r>
            <a:rPr lang="en-US"/>
            <a:t>Allocates patrols efficiently with dynamic algorithms.</a:t>
          </a:r>
        </a:p>
      </dgm:t>
    </dgm:pt>
    <dgm:pt modelId="{E697C69D-5C91-4546-93E9-C5B49BC0151F}" type="parTrans" cxnId="{BB5F6119-B33D-40A3-8DAD-6BD37E34745E}">
      <dgm:prSet/>
      <dgm:spPr/>
      <dgm:t>
        <a:bodyPr/>
        <a:lstStyle/>
        <a:p>
          <a:endParaRPr lang="en-US"/>
        </a:p>
      </dgm:t>
    </dgm:pt>
    <dgm:pt modelId="{2E422297-7139-4F5B-9B5D-E6A07DABF92E}" type="sibTrans" cxnId="{BB5F6119-B33D-40A3-8DAD-6BD37E34745E}">
      <dgm:prSet/>
      <dgm:spPr/>
      <dgm:t>
        <a:bodyPr/>
        <a:lstStyle/>
        <a:p>
          <a:endParaRPr lang="en-US"/>
        </a:p>
      </dgm:t>
    </dgm:pt>
    <dgm:pt modelId="{B9C927B1-BF9B-44A4-98C8-60A4D709663C}">
      <dgm:prSet/>
      <dgm:spPr/>
      <dgm:t>
        <a:bodyPr/>
        <a:lstStyle/>
        <a:p>
          <a:r>
            <a:rPr lang="en-US"/>
            <a:t>Balances risk severity and resource availability.</a:t>
          </a:r>
        </a:p>
      </dgm:t>
    </dgm:pt>
    <dgm:pt modelId="{F0C68424-D4B5-49D3-9894-99B60203773A}" type="parTrans" cxnId="{6F12B35F-ED1D-4A72-B593-3879B6242B8E}">
      <dgm:prSet/>
      <dgm:spPr/>
      <dgm:t>
        <a:bodyPr/>
        <a:lstStyle/>
        <a:p>
          <a:endParaRPr lang="en-US"/>
        </a:p>
      </dgm:t>
    </dgm:pt>
    <dgm:pt modelId="{4F74E6A2-83B0-4F58-A1CD-6F68B63B8B7B}" type="sibTrans" cxnId="{6F12B35F-ED1D-4A72-B593-3879B6242B8E}">
      <dgm:prSet/>
      <dgm:spPr/>
      <dgm:t>
        <a:bodyPr/>
        <a:lstStyle/>
        <a:p>
          <a:endParaRPr lang="en-US"/>
        </a:p>
      </dgm:t>
    </dgm:pt>
    <dgm:pt modelId="{437A0166-188B-4044-AF04-0333681E02F9}">
      <dgm:prSet/>
      <dgm:spPr/>
      <dgm:t>
        <a:bodyPr/>
        <a:lstStyle/>
        <a:p>
          <a:r>
            <a:rPr lang="en-US" b="1"/>
            <a:t>Officer Assignment</a:t>
          </a:r>
          <a:r>
            <a:rPr lang="en-US"/>
            <a:t>:</a:t>
          </a:r>
        </a:p>
      </dgm:t>
    </dgm:pt>
    <dgm:pt modelId="{D7F13A7D-9418-4E26-9F26-A086B7943578}" type="parTrans" cxnId="{7400CC7E-4162-4D37-B37F-4E462F361CBE}">
      <dgm:prSet/>
      <dgm:spPr/>
      <dgm:t>
        <a:bodyPr/>
        <a:lstStyle/>
        <a:p>
          <a:endParaRPr lang="en-US"/>
        </a:p>
      </dgm:t>
    </dgm:pt>
    <dgm:pt modelId="{2A490EFC-A38D-474A-8E0E-37CF1D83B68D}" type="sibTrans" cxnId="{7400CC7E-4162-4D37-B37F-4E462F361CBE}">
      <dgm:prSet/>
      <dgm:spPr/>
      <dgm:t>
        <a:bodyPr/>
        <a:lstStyle/>
        <a:p>
          <a:endParaRPr lang="en-US"/>
        </a:p>
      </dgm:t>
    </dgm:pt>
    <dgm:pt modelId="{28E8CEFC-0F02-47D8-83DE-EA7F0460C498}">
      <dgm:prSet/>
      <dgm:spPr/>
      <dgm:t>
        <a:bodyPr/>
        <a:lstStyle/>
        <a:p>
          <a:r>
            <a:rPr lang="en-US" dirty="0"/>
            <a:t>Minimizes travel times using a linear optimization model.</a:t>
          </a:r>
        </a:p>
      </dgm:t>
    </dgm:pt>
    <dgm:pt modelId="{7A6F8117-F8DA-4D88-92EB-073C0DFB0310}" type="parTrans" cxnId="{03AF2E86-D298-444D-9B99-E4EE90998405}">
      <dgm:prSet/>
      <dgm:spPr/>
      <dgm:t>
        <a:bodyPr/>
        <a:lstStyle/>
        <a:p>
          <a:endParaRPr lang="en-US"/>
        </a:p>
      </dgm:t>
    </dgm:pt>
    <dgm:pt modelId="{CD7D8B4A-776C-40E6-866A-4108C71FE5E8}" type="sibTrans" cxnId="{03AF2E86-D298-444D-9B99-E4EE90998405}">
      <dgm:prSet/>
      <dgm:spPr/>
      <dgm:t>
        <a:bodyPr/>
        <a:lstStyle/>
        <a:p>
          <a:endParaRPr lang="en-US"/>
        </a:p>
      </dgm:t>
    </dgm:pt>
    <dgm:pt modelId="{C042DB51-7FE7-4402-8A0C-7655743821EA}">
      <dgm:prSet/>
      <dgm:spPr/>
      <dgm:t>
        <a:bodyPr/>
        <a:lstStyle/>
        <a:p>
          <a:r>
            <a:rPr lang="en-US"/>
            <a:t>Promotes fairness in workload distribution.</a:t>
          </a:r>
        </a:p>
      </dgm:t>
    </dgm:pt>
    <dgm:pt modelId="{D67ADC34-ED23-4048-88C2-2F1ED4227900}" type="parTrans" cxnId="{571897B1-60D6-4473-BA37-23D29EC0A4F1}">
      <dgm:prSet/>
      <dgm:spPr/>
      <dgm:t>
        <a:bodyPr/>
        <a:lstStyle/>
        <a:p>
          <a:endParaRPr lang="en-US"/>
        </a:p>
      </dgm:t>
    </dgm:pt>
    <dgm:pt modelId="{8166E591-D725-439C-A742-79527499575C}" type="sibTrans" cxnId="{571897B1-60D6-4473-BA37-23D29EC0A4F1}">
      <dgm:prSet/>
      <dgm:spPr/>
      <dgm:t>
        <a:bodyPr/>
        <a:lstStyle/>
        <a:p>
          <a:endParaRPr lang="en-US"/>
        </a:p>
      </dgm:t>
    </dgm:pt>
    <dgm:pt modelId="{154E49B2-19D0-48F5-9787-866345D30B9C}">
      <dgm:prSet/>
      <dgm:spPr/>
      <dgm:t>
        <a:bodyPr/>
        <a:lstStyle/>
        <a:p>
          <a:r>
            <a:rPr lang="en-US" b="1"/>
            <a:t>Shift Scheduling</a:t>
          </a:r>
          <a:r>
            <a:rPr lang="en-US"/>
            <a:t>:</a:t>
          </a:r>
        </a:p>
      </dgm:t>
    </dgm:pt>
    <dgm:pt modelId="{74556DDF-5475-429D-B839-2777D8214A8F}" type="parTrans" cxnId="{943283BF-8108-40A6-A28A-B4B7B7BC70D0}">
      <dgm:prSet/>
      <dgm:spPr/>
      <dgm:t>
        <a:bodyPr/>
        <a:lstStyle/>
        <a:p>
          <a:endParaRPr lang="en-US"/>
        </a:p>
      </dgm:t>
    </dgm:pt>
    <dgm:pt modelId="{ADAF5A0A-0F6D-4EC8-8FF3-23ABCCD8F1D0}" type="sibTrans" cxnId="{943283BF-8108-40A6-A28A-B4B7B7BC70D0}">
      <dgm:prSet/>
      <dgm:spPr/>
      <dgm:t>
        <a:bodyPr/>
        <a:lstStyle/>
        <a:p>
          <a:endParaRPr lang="en-US"/>
        </a:p>
      </dgm:t>
    </dgm:pt>
    <dgm:pt modelId="{2D40F594-FCE6-4E2F-B9EF-B738BAFE8F7B}">
      <dgm:prSet/>
      <dgm:spPr/>
      <dgm:t>
        <a:bodyPr/>
        <a:lstStyle/>
        <a:p>
          <a:r>
            <a:rPr lang="en-US"/>
            <a:t>Automates weekly shift assignments for balanced workloads.</a:t>
          </a:r>
        </a:p>
      </dgm:t>
    </dgm:pt>
    <dgm:pt modelId="{B58A5E5D-7BB9-4737-AAF9-8C9E63915C14}" type="parTrans" cxnId="{D4353983-B3BA-42FC-9DD5-5AE004269DC6}">
      <dgm:prSet/>
      <dgm:spPr/>
      <dgm:t>
        <a:bodyPr/>
        <a:lstStyle/>
        <a:p>
          <a:endParaRPr lang="en-US"/>
        </a:p>
      </dgm:t>
    </dgm:pt>
    <dgm:pt modelId="{6C9515B6-D413-45EE-A26F-503E7A7DC10E}" type="sibTrans" cxnId="{D4353983-B3BA-42FC-9DD5-5AE004269DC6}">
      <dgm:prSet/>
      <dgm:spPr/>
      <dgm:t>
        <a:bodyPr/>
        <a:lstStyle/>
        <a:p>
          <a:endParaRPr lang="en-US"/>
        </a:p>
      </dgm:t>
    </dgm:pt>
    <dgm:pt modelId="{28824293-D012-43BE-B4B5-0638E537D685}">
      <dgm:prSet/>
      <dgm:spPr/>
      <dgm:t>
        <a:bodyPr/>
        <a:lstStyle/>
        <a:p>
          <a:r>
            <a:rPr lang="en-US" dirty="0"/>
            <a:t>Supports officer readiness and well-being</a:t>
          </a:r>
          <a:r>
            <a:rPr lang="en-GB" dirty="0"/>
            <a:t>.</a:t>
          </a:r>
          <a:endParaRPr lang="en-US" dirty="0"/>
        </a:p>
      </dgm:t>
    </dgm:pt>
    <dgm:pt modelId="{4D418398-6C06-4BE6-B119-F2F3C252F0A2}" type="parTrans" cxnId="{EB7AE5D7-4CD5-49BA-A539-25E7296B1C32}">
      <dgm:prSet/>
      <dgm:spPr/>
      <dgm:t>
        <a:bodyPr/>
        <a:lstStyle/>
        <a:p>
          <a:endParaRPr lang="en-US"/>
        </a:p>
      </dgm:t>
    </dgm:pt>
    <dgm:pt modelId="{F4D2CEEF-BD3E-4CAD-98BB-01B8B2B62A75}" type="sibTrans" cxnId="{EB7AE5D7-4CD5-49BA-A539-25E7296B1C32}">
      <dgm:prSet/>
      <dgm:spPr/>
      <dgm:t>
        <a:bodyPr/>
        <a:lstStyle/>
        <a:p>
          <a:endParaRPr lang="en-US"/>
        </a:p>
      </dgm:t>
    </dgm:pt>
    <dgm:pt modelId="{29C3BA8F-FC27-42A0-BDBD-0A1CDAD71E4F}" type="pres">
      <dgm:prSet presAssocID="{7B54EC56-3FE0-4F01-A393-DB019DCF6302}" presName="linear" presStyleCnt="0">
        <dgm:presLayoutVars>
          <dgm:animLvl val="lvl"/>
          <dgm:resizeHandles val="exact"/>
        </dgm:presLayoutVars>
      </dgm:prSet>
      <dgm:spPr/>
    </dgm:pt>
    <dgm:pt modelId="{896FE7C8-448A-4DFD-8C51-5C78100BB0BA}" type="pres">
      <dgm:prSet presAssocID="{08571151-D35C-40DF-BEA1-7F96B5079F4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9BCE9DE-8DDD-4B4D-9C57-C02C38D446B9}" type="pres">
      <dgm:prSet presAssocID="{08571151-D35C-40DF-BEA1-7F96B5079F4A}" presName="childText" presStyleLbl="revTx" presStyleIdx="0" presStyleCnt="5">
        <dgm:presLayoutVars>
          <dgm:bulletEnabled val="1"/>
        </dgm:presLayoutVars>
      </dgm:prSet>
      <dgm:spPr/>
    </dgm:pt>
    <dgm:pt modelId="{05EF8B7C-BC46-40E0-BE7F-653BED2FAA84}" type="pres">
      <dgm:prSet presAssocID="{20A24F4C-DEAC-4A84-A3D4-D5A792B833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089AC82-76DC-462A-A690-92776BE77870}" type="pres">
      <dgm:prSet presAssocID="{20A24F4C-DEAC-4A84-A3D4-D5A792B833F9}" presName="childText" presStyleLbl="revTx" presStyleIdx="1" presStyleCnt="5">
        <dgm:presLayoutVars>
          <dgm:bulletEnabled val="1"/>
        </dgm:presLayoutVars>
      </dgm:prSet>
      <dgm:spPr/>
    </dgm:pt>
    <dgm:pt modelId="{125E9BDF-8B44-4384-BFDA-6807F0013A2D}" type="pres">
      <dgm:prSet presAssocID="{17FA77BF-88C1-42A4-9B7D-1AF17BF86AF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5914FC9-AAD5-43C6-874E-F4D6ECB8A19F}" type="pres">
      <dgm:prSet presAssocID="{17FA77BF-88C1-42A4-9B7D-1AF17BF86AF1}" presName="childText" presStyleLbl="revTx" presStyleIdx="2" presStyleCnt="5">
        <dgm:presLayoutVars>
          <dgm:bulletEnabled val="1"/>
        </dgm:presLayoutVars>
      </dgm:prSet>
      <dgm:spPr/>
    </dgm:pt>
    <dgm:pt modelId="{4B7F6D35-E06E-4020-8156-D15FBE6C5A1D}" type="pres">
      <dgm:prSet presAssocID="{437A0166-188B-4044-AF04-0333681E02F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345088-55E0-48E8-9915-AC797DD751F2}" type="pres">
      <dgm:prSet presAssocID="{437A0166-188B-4044-AF04-0333681E02F9}" presName="childText" presStyleLbl="revTx" presStyleIdx="3" presStyleCnt="5">
        <dgm:presLayoutVars>
          <dgm:bulletEnabled val="1"/>
        </dgm:presLayoutVars>
      </dgm:prSet>
      <dgm:spPr/>
    </dgm:pt>
    <dgm:pt modelId="{FC85128C-A38D-4E6C-89C3-368C849B3A12}" type="pres">
      <dgm:prSet presAssocID="{154E49B2-19D0-48F5-9787-866345D30B9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CC6EB70-AAF4-497F-9B81-468C2957EB33}" type="pres">
      <dgm:prSet presAssocID="{154E49B2-19D0-48F5-9787-866345D30B9C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1965D00B-D62D-4E02-A49A-DE75B9917E01}" type="presOf" srcId="{45CD5F1B-2796-4364-8D14-6B45D71F5B9F}" destId="{D9BCE9DE-8DDD-4B4D-9C57-C02C38D446B9}" srcOrd="0" destOrd="0" presId="urn:microsoft.com/office/officeart/2005/8/layout/vList2"/>
    <dgm:cxn modelId="{BB5F6119-B33D-40A3-8DAD-6BD37E34745E}" srcId="{17FA77BF-88C1-42A4-9B7D-1AF17BF86AF1}" destId="{D282B971-2B87-468A-987E-BB594C2A7B56}" srcOrd="0" destOrd="0" parTransId="{E697C69D-5C91-4546-93E9-C5B49BC0151F}" sibTransId="{2E422297-7139-4F5B-9B5D-E6A07DABF92E}"/>
    <dgm:cxn modelId="{DF6B082B-DF57-4364-89B7-65B22943C439}" type="presOf" srcId="{2D40F594-FCE6-4E2F-B9EF-B738BAFE8F7B}" destId="{CCC6EB70-AAF4-497F-9B81-468C2957EB33}" srcOrd="0" destOrd="0" presId="urn:microsoft.com/office/officeart/2005/8/layout/vList2"/>
    <dgm:cxn modelId="{6D3F6739-4FE1-4EC3-BF82-75A1266A8CB3}" type="presOf" srcId="{17FA77BF-88C1-42A4-9B7D-1AF17BF86AF1}" destId="{125E9BDF-8B44-4384-BFDA-6807F0013A2D}" srcOrd="0" destOrd="0" presId="urn:microsoft.com/office/officeart/2005/8/layout/vList2"/>
    <dgm:cxn modelId="{A560565B-7092-4203-97F3-9DB1BA0ADAF5}" type="presOf" srcId="{08571151-D35C-40DF-BEA1-7F96B5079F4A}" destId="{896FE7C8-448A-4DFD-8C51-5C78100BB0BA}" srcOrd="0" destOrd="0" presId="urn:microsoft.com/office/officeart/2005/8/layout/vList2"/>
    <dgm:cxn modelId="{6F12B35F-ED1D-4A72-B593-3879B6242B8E}" srcId="{17FA77BF-88C1-42A4-9B7D-1AF17BF86AF1}" destId="{B9C927B1-BF9B-44A4-98C8-60A4D709663C}" srcOrd="1" destOrd="0" parTransId="{F0C68424-D4B5-49D3-9894-99B60203773A}" sibTransId="{4F74E6A2-83B0-4F58-A1CD-6F68B63B8B7B}"/>
    <dgm:cxn modelId="{E1D7E544-9893-42A8-8A66-14B31241C968}" srcId="{08571151-D35C-40DF-BEA1-7F96B5079F4A}" destId="{45CD5F1B-2796-4364-8D14-6B45D71F5B9F}" srcOrd="0" destOrd="0" parTransId="{BCFA8562-21E0-48F7-8399-7C1C4F371DDF}" sibTransId="{3C84A54F-8C63-4B68-B5C5-F2A20AE01552}"/>
    <dgm:cxn modelId="{88835A47-29BE-4217-BAF9-509530E367E9}" srcId="{7B54EC56-3FE0-4F01-A393-DB019DCF6302}" destId="{17FA77BF-88C1-42A4-9B7D-1AF17BF86AF1}" srcOrd="2" destOrd="0" parTransId="{91445C33-3FE5-48AD-8349-458B0169A4E6}" sibTransId="{C2E6108B-8C6A-41D1-AD08-F408C4551CF3}"/>
    <dgm:cxn modelId="{359D174A-E824-48F7-9BD1-0455FFDE60AB}" srcId="{20A24F4C-DEAC-4A84-A3D4-D5A792B833F9}" destId="{9950D85B-B444-4A30-BC3E-8E0EAE2E2809}" srcOrd="0" destOrd="0" parTransId="{6D2788D6-C228-4FD0-B835-82008F58F947}" sibTransId="{A929C1B4-8808-416A-AC7C-A33996F5A584}"/>
    <dgm:cxn modelId="{6DCFD84C-8121-4042-8348-719534AA1966}" type="presOf" srcId="{D282B971-2B87-468A-987E-BB594C2A7B56}" destId="{05914FC9-AAD5-43C6-874E-F4D6ECB8A19F}" srcOrd="0" destOrd="0" presId="urn:microsoft.com/office/officeart/2005/8/layout/vList2"/>
    <dgm:cxn modelId="{02F73F77-DA5A-4B71-8BA5-2EDE3225877D}" srcId="{20A24F4C-DEAC-4A84-A3D4-D5A792B833F9}" destId="{30BB3BC7-399D-4042-A4E2-46550B9E07F2}" srcOrd="1" destOrd="0" parTransId="{B8D53698-23AF-4841-98C1-2115C7DEBE86}" sibTransId="{64AB10AE-B32E-4D43-92CE-B78A3506B1B1}"/>
    <dgm:cxn modelId="{7400CC7E-4162-4D37-B37F-4E462F361CBE}" srcId="{7B54EC56-3FE0-4F01-A393-DB019DCF6302}" destId="{437A0166-188B-4044-AF04-0333681E02F9}" srcOrd="3" destOrd="0" parTransId="{D7F13A7D-9418-4E26-9F26-A086B7943578}" sibTransId="{2A490EFC-A38D-474A-8E0E-37CF1D83B68D}"/>
    <dgm:cxn modelId="{D4353983-B3BA-42FC-9DD5-5AE004269DC6}" srcId="{154E49B2-19D0-48F5-9787-866345D30B9C}" destId="{2D40F594-FCE6-4E2F-B9EF-B738BAFE8F7B}" srcOrd="0" destOrd="0" parTransId="{B58A5E5D-7BB9-4737-AAF9-8C9E63915C14}" sibTransId="{6C9515B6-D413-45EE-A26F-503E7A7DC10E}"/>
    <dgm:cxn modelId="{03AF2E86-D298-444D-9B99-E4EE90998405}" srcId="{437A0166-188B-4044-AF04-0333681E02F9}" destId="{28E8CEFC-0F02-47D8-83DE-EA7F0460C498}" srcOrd="0" destOrd="0" parTransId="{7A6F8117-F8DA-4D88-92EB-073C0DFB0310}" sibTransId="{CD7D8B4A-776C-40E6-866A-4108C71FE5E8}"/>
    <dgm:cxn modelId="{3BDACA90-A056-40A3-8BF1-7C5C477BAB02}" type="presOf" srcId="{7B54EC56-3FE0-4F01-A393-DB019DCF6302}" destId="{29C3BA8F-FC27-42A0-BDBD-0A1CDAD71E4F}" srcOrd="0" destOrd="0" presId="urn:microsoft.com/office/officeart/2005/8/layout/vList2"/>
    <dgm:cxn modelId="{D814F09F-937E-4148-B076-F9A6D02EAC63}" type="presOf" srcId="{28E8CEFC-0F02-47D8-83DE-EA7F0460C498}" destId="{D0345088-55E0-48E8-9915-AC797DD751F2}" srcOrd="0" destOrd="0" presId="urn:microsoft.com/office/officeart/2005/8/layout/vList2"/>
    <dgm:cxn modelId="{BFA92AA1-965F-4849-950C-B2FB84233A6D}" type="presOf" srcId="{B9C927B1-BF9B-44A4-98C8-60A4D709663C}" destId="{05914FC9-AAD5-43C6-874E-F4D6ECB8A19F}" srcOrd="0" destOrd="1" presId="urn:microsoft.com/office/officeart/2005/8/layout/vList2"/>
    <dgm:cxn modelId="{571897B1-60D6-4473-BA37-23D29EC0A4F1}" srcId="{437A0166-188B-4044-AF04-0333681E02F9}" destId="{C042DB51-7FE7-4402-8A0C-7655743821EA}" srcOrd="1" destOrd="0" parTransId="{D67ADC34-ED23-4048-88C2-2F1ED4227900}" sibTransId="{8166E591-D725-439C-A742-79527499575C}"/>
    <dgm:cxn modelId="{5F6F2BB3-C348-4675-9034-BCCAC43C19D0}" srcId="{7B54EC56-3FE0-4F01-A393-DB019DCF6302}" destId="{08571151-D35C-40DF-BEA1-7F96B5079F4A}" srcOrd="0" destOrd="0" parTransId="{9BFC0D8C-7DFD-43A0-BF52-ED56C2656EBA}" sibTransId="{514B1C5F-F514-4032-AED2-80E85AF1ED5C}"/>
    <dgm:cxn modelId="{F26473B5-E69D-4840-B54B-9EBB9DE32CB6}" type="presOf" srcId="{28824293-D012-43BE-B4B5-0638E537D685}" destId="{CCC6EB70-AAF4-497F-9B81-468C2957EB33}" srcOrd="0" destOrd="1" presId="urn:microsoft.com/office/officeart/2005/8/layout/vList2"/>
    <dgm:cxn modelId="{943283BF-8108-40A6-A28A-B4B7B7BC70D0}" srcId="{7B54EC56-3FE0-4F01-A393-DB019DCF6302}" destId="{154E49B2-19D0-48F5-9787-866345D30B9C}" srcOrd="4" destOrd="0" parTransId="{74556DDF-5475-429D-B839-2777D8214A8F}" sibTransId="{ADAF5A0A-0F6D-4EC8-8FF3-23ABCCD8F1D0}"/>
    <dgm:cxn modelId="{51C9CFD2-A8EE-4672-8F47-E893BD6FF1FC}" type="presOf" srcId="{9950D85B-B444-4A30-BC3E-8E0EAE2E2809}" destId="{4089AC82-76DC-462A-A690-92776BE77870}" srcOrd="0" destOrd="0" presId="urn:microsoft.com/office/officeart/2005/8/layout/vList2"/>
    <dgm:cxn modelId="{31C219D7-9DDD-4C78-9D26-6E3DB1454808}" srcId="{7B54EC56-3FE0-4F01-A393-DB019DCF6302}" destId="{20A24F4C-DEAC-4A84-A3D4-D5A792B833F9}" srcOrd="1" destOrd="0" parTransId="{F7CABD1B-DD87-4293-AA8F-14C03D42F2B8}" sibTransId="{D7049C06-7D99-43D6-8D7A-AFB193EE6A87}"/>
    <dgm:cxn modelId="{EB7AE5D7-4CD5-49BA-A539-25E7296B1C32}" srcId="{154E49B2-19D0-48F5-9787-866345D30B9C}" destId="{28824293-D012-43BE-B4B5-0638E537D685}" srcOrd="1" destOrd="0" parTransId="{4D418398-6C06-4BE6-B119-F2F3C252F0A2}" sibTransId="{F4D2CEEF-BD3E-4CAD-98BB-01B8B2B62A75}"/>
    <dgm:cxn modelId="{4CC18DE3-3B16-4600-8599-FC096C80B4E5}" type="presOf" srcId="{154E49B2-19D0-48F5-9787-866345D30B9C}" destId="{FC85128C-A38D-4E6C-89C3-368C849B3A12}" srcOrd="0" destOrd="0" presId="urn:microsoft.com/office/officeart/2005/8/layout/vList2"/>
    <dgm:cxn modelId="{A9C0BBE8-950C-40FC-B951-0FA4D2A3CFA6}" type="presOf" srcId="{437A0166-188B-4044-AF04-0333681E02F9}" destId="{4B7F6D35-E06E-4020-8156-D15FBE6C5A1D}" srcOrd="0" destOrd="0" presId="urn:microsoft.com/office/officeart/2005/8/layout/vList2"/>
    <dgm:cxn modelId="{4121B0EC-1612-49B6-9172-D9A2272BE331}" srcId="{08571151-D35C-40DF-BEA1-7F96B5079F4A}" destId="{D38108C7-EC88-48BC-A620-D0E5D99B96C2}" srcOrd="1" destOrd="0" parTransId="{A94F5730-73D9-48E4-9133-0C70363735A3}" sibTransId="{6E03D365-E53F-4A17-AF37-9FE254F09069}"/>
    <dgm:cxn modelId="{D2B2FFF3-C33F-4FD6-8536-CD65C9A1E528}" type="presOf" srcId="{30BB3BC7-399D-4042-A4E2-46550B9E07F2}" destId="{4089AC82-76DC-462A-A690-92776BE77870}" srcOrd="0" destOrd="1" presId="urn:microsoft.com/office/officeart/2005/8/layout/vList2"/>
    <dgm:cxn modelId="{2F041EF8-C4DD-4085-B962-7E689EFCEF7D}" type="presOf" srcId="{C042DB51-7FE7-4402-8A0C-7655743821EA}" destId="{D0345088-55E0-48E8-9915-AC797DD751F2}" srcOrd="0" destOrd="1" presId="urn:microsoft.com/office/officeart/2005/8/layout/vList2"/>
    <dgm:cxn modelId="{6CCBAFF8-B5F3-4D48-8A15-C3458C823A2B}" type="presOf" srcId="{20A24F4C-DEAC-4A84-A3D4-D5A792B833F9}" destId="{05EF8B7C-BC46-40E0-BE7F-653BED2FAA84}" srcOrd="0" destOrd="0" presId="urn:microsoft.com/office/officeart/2005/8/layout/vList2"/>
    <dgm:cxn modelId="{8DEBF1FD-3FEA-4732-9510-45A65E581701}" type="presOf" srcId="{D38108C7-EC88-48BC-A620-D0E5D99B96C2}" destId="{D9BCE9DE-8DDD-4B4D-9C57-C02C38D446B9}" srcOrd="0" destOrd="1" presId="urn:microsoft.com/office/officeart/2005/8/layout/vList2"/>
    <dgm:cxn modelId="{77AA17CE-8CC6-4D07-A7C8-C60EAAA934DA}" type="presParOf" srcId="{29C3BA8F-FC27-42A0-BDBD-0A1CDAD71E4F}" destId="{896FE7C8-448A-4DFD-8C51-5C78100BB0BA}" srcOrd="0" destOrd="0" presId="urn:microsoft.com/office/officeart/2005/8/layout/vList2"/>
    <dgm:cxn modelId="{299FC807-9469-40C8-9C42-42F70191A1A7}" type="presParOf" srcId="{29C3BA8F-FC27-42A0-BDBD-0A1CDAD71E4F}" destId="{D9BCE9DE-8DDD-4B4D-9C57-C02C38D446B9}" srcOrd="1" destOrd="0" presId="urn:microsoft.com/office/officeart/2005/8/layout/vList2"/>
    <dgm:cxn modelId="{D3A9F113-A720-41B9-A804-B2A39618E403}" type="presParOf" srcId="{29C3BA8F-FC27-42A0-BDBD-0A1CDAD71E4F}" destId="{05EF8B7C-BC46-40E0-BE7F-653BED2FAA84}" srcOrd="2" destOrd="0" presId="urn:microsoft.com/office/officeart/2005/8/layout/vList2"/>
    <dgm:cxn modelId="{CA96CFCF-F79C-437D-AEE5-57A7ACC7C082}" type="presParOf" srcId="{29C3BA8F-FC27-42A0-BDBD-0A1CDAD71E4F}" destId="{4089AC82-76DC-462A-A690-92776BE77870}" srcOrd="3" destOrd="0" presId="urn:microsoft.com/office/officeart/2005/8/layout/vList2"/>
    <dgm:cxn modelId="{8D96BCDB-3441-448F-B856-4E8FE6451C99}" type="presParOf" srcId="{29C3BA8F-FC27-42A0-BDBD-0A1CDAD71E4F}" destId="{125E9BDF-8B44-4384-BFDA-6807F0013A2D}" srcOrd="4" destOrd="0" presId="urn:microsoft.com/office/officeart/2005/8/layout/vList2"/>
    <dgm:cxn modelId="{7B0D42F5-9C3B-47A6-A39A-EECE65964254}" type="presParOf" srcId="{29C3BA8F-FC27-42A0-BDBD-0A1CDAD71E4F}" destId="{05914FC9-AAD5-43C6-874E-F4D6ECB8A19F}" srcOrd="5" destOrd="0" presId="urn:microsoft.com/office/officeart/2005/8/layout/vList2"/>
    <dgm:cxn modelId="{9ECD0115-C649-48E5-B545-E799EB7EC306}" type="presParOf" srcId="{29C3BA8F-FC27-42A0-BDBD-0A1CDAD71E4F}" destId="{4B7F6D35-E06E-4020-8156-D15FBE6C5A1D}" srcOrd="6" destOrd="0" presId="urn:microsoft.com/office/officeart/2005/8/layout/vList2"/>
    <dgm:cxn modelId="{9BB65EC9-060A-489D-A022-7DD53D1889DC}" type="presParOf" srcId="{29C3BA8F-FC27-42A0-BDBD-0A1CDAD71E4F}" destId="{D0345088-55E0-48E8-9915-AC797DD751F2}" srcOrd="7" destOrd="0" presId="urn:microsoft.com/office/officeart/2005/8/layout/vList2"/>
    <dgm:cxn modelId="{7C78FA34-A682-4D31-8E4D-8650053A00E7}" type="presParOf" srcId="{29C3BA8F-FC27-42A0-BDBD-0A1CDAD71E4F}" destId="{FC85128C-A38D-4E6C-89C3-368C849B3A12}" srcOrd="8" destOrd="0" presId="urn:microsoft.com/office/officeart/2005/8/layout/vList2"/>
    <dgm:cxn modelId="{8F85E3CA-2757-4AE6-89FD-94223E603E84}" type="presParOf" srcId="{29C3BA8F-FC27-42A0-BDBD-0A1CDAD71E4F}" destId="{CCC6EB70-AAF4-497F-9B81-468C2957EB33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FE7C8-448A-4DFD-8C51-5C78100BB0BA}">
      <dsp:nvSpPr>
        <dsp:cNvPr id="0" name=""/>
        <dsp:cNvSpPr/>
      </dsp:nvSpPr>
      <dsp:spPr>
        <a:xfrm>
          <a:off x="0" y="32695"/>
          <a:ext cx="6798539" cy="3439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Crime Prediction</a:t>
          </a:r>
          <a:r>
            <a:rPr lang="en-US" sz="1400" kern="1200"/>
            <a:t>:</a:t>
          </a:r>
        </a:p>
      </dsp:txBody>
      <dsp:txXfrm>
        <a:off x="16792" y="49487"/>
        <a:ext cx="6764955" cy="310396"/>
      </dsp:txXfrm>
    </dsp:sp>
    <dsp:sp modelId="{D9BCE9DE-8DDD-4B4D-9C57-C02C38D446B9}">
      <dsp:nvSpPr>
        <dsp:cNvPr id="0" name=""/>
        <dsp:cNvSpPr/>
      </dsp:nvSpPr>
      <dsp:spPr>
        <a:xfrm>
          <a:off x="0" y="376675"/>
          <a:ext cx="6798539" cy="383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 dirty="0"/>
            <a:t>Anticipates crimes based on historical data using an LSTM model.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Focuses resources on high-risk areas for proactive action.</a:t>
          </a:r>
        </a:p>
      </dsp:txBody>
      <dsp:txXfrm>
        <a:off x="0" y="376675"/>
        <a:ext cx="6798539" cy="383985"/>
      </dsp:txXfrm>
    </dsp:sp>
    <dsp:sp modelId="{05EF8B7C-BC46-40E0-BE7F-653BED2FAA84}">
      <dsp:nvSpPr>
        <dsp:cNvPr id="0" name=""/>
        <dsp:cNvSpPr/>
      </dsp:nvSpPr>
      <dsp:spPr>
        <a:xfrm>
          <a:off x="0" y="760660"/>
          <a:ext cx="6798539" cy="34398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Visualization</a:t>
          </a:r>
          <a:r>
            <a:rPr lang="en-US" sz="1400" kern="1200"/>
            <a:t>:</a:t>
          </a:r>
        </a:p>
      </dsp:txBody>
      <dsp:txXfrm>
        <a:off x="16792" y="777452"/>
        <a:ext cx="6764955" cy="310396"/>
      </dsp:txXfrm>
    </dsp:sp>
    <dsp:sp modelId="{4089AC82-76DC-462A-A690-92776BE77870}">
      <dsp:nvSpPr>
        <dsp:cNvPr id="0" name=""/>
        <dsp:cNvSpPr/>
      </dsp:nvSpPr>
      <dsp:spPr>
        <a:xfrm>
          <a:off x="0" y="1104640"/>
          <a:ext cx="6798539" cy="383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Uses heatmaps to highlight crime hotspots for easy interpretation.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Facilitates quick identification of priority areas.</a:t>
          </a:r>
        </a:p>
      </dsp:txBody>
      <dsp:txXfrm>
        <a:off x="0" y="1104640"/>
        <a:ext cx="6798539" cy="383985"/>
      </dsp:txXfrm>
    </dsp:sp>
    <dsp:sp modelId="{125E9BDF-8B44-4384-BFDA-6807F0013A2D}">
      <dsp:nvSpPr>
        <dsp:cNvPr id="0" name=""/>
        <dsp:cNvSpPr/>
      </dsp:nvSpPr>
      <dsp:spPr>
        <a:xfrm>
          <a:off x="0" y="1488625"/>
          <a:ext cx="6798539" cy="34398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Resource Deployment</a:t>
          </a:r>
          <a:r>
            <a:rPr lang="en-US" sz="1400" kern="1200"/>
            <a:t>:</a:t>
          </a:r>
        </a:p>
      </dsp:txBody>
      <dsp:txXfrm>
        <a:off x="16792" y="1505417"/>
        <a:ext cx="6764955" cy="310396"/>
      </dsp:txXfrm>
    </dsp:sp>
    <dsp:sp modelId="{05914FC9-AAD5-43C6-874E-F4D6ECB8A19F}">
      <dsp:nvSpPr>
        <dsp:cNvPr id="0" name=""/>
        <dsp:cNvSpPr/>
      </dsp:nvSpPr>
      <dsp:spPr>
        <a:xfrm>
          <a:off x="0" y="1832605"/>
          <a:ext cx="6798539" cy="383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Allocates patrols efficiently with dynamic algorithms.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Balances risk severity and resource availability.</a:t>
          </a:r>
        </a:p>
      </dsp:txBody>
      <dsp:txXfrm>
        <a:off x="0" y="1832605"/>
        <a:ext cx="6798539" cy="383985"/>
      </dsp:txXfrm>
    </dsp:sp>
    <dsp:sp modelId="{4B7F6D35-E06E-4020-8156-D15FBE6C5A1D}">
      <dsp:nvSpPr>
        <dsp:cNvPr id="0" name=""/>
        <dsp:cNvSpPr/>
      </dsp:nvSpPr>
      <dsp:spPr>
        <a:xfrm>
          <a:off x="0" y="2216590"/>
          <a:ext cx="6798539" cy="34398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Officer Assignment</a:t>
          </a:r>
          <a:r>
            <a:rPr lang="en-US" sz="1400" kern="1200"/>
            <a:t>:</a:t>
          </a:r>
        </a:p>
      </dsp:txBody>
      <dsp:txXfrm>
        <a:off x="16792" y="2233382"/>
        <a:ext cx="6764955" cy="310396"/>
      </dsp:txXfrm>
    </dsp:sp>
    <dsp:sp modelId="{D0345088-55E0-48E8-9915-AC797DD751F2}">
      <dsp:nvSpPr>
        <dsp:cNvPr id="0" name=""/>
        <dsp:cNvSpPr/>
      </dsp:nvSpPr>
      <dsp:spPr>
        <a:xfrm>
          <a:off x="0" y="2560571"/>
          <a:ext cx="6798539" cy="383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 dirty="0"/>
            <a:t>Minimizes travel times using a linear optimization model.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Promotes fairness in workload distribution.</a:t>
          </a:r>
        </a:p>
      </dsp:txBody>
      <dsp:txXfrm>
        <a:off x="0" y="2560571"/>
        <a:ext cx="6798539" cy="383985"/>
      </dsp:txXfrm>
    </dsp:sp>
    <dsp:sp modelId="{FC85128C-A38D-4E6C-89C3-368C849B3A12}">
      <dsp:nvSpPr>
        <dsp:cNvPr id="0" name=""/>
        <dsp:cNvSpPr/>
      </dsp:nvSpPr>
      <dsp:spPr>
        <a:xfrm>
          <a:off x="0" y="2944556"/>
          <a:ext cx="6798539" cy="34398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Shift Scheduling</a:t>
          </a:r>
          <a:r>
            <a:rPr lang="en-US" sz="1400" kern="1200"/>
            <a:t>:</a:t>
          </a:r>
        </a:p>
      </dsp:txBody>
      <dsp:txXfrm>
        <a:off x="16792" y="2961348"/>
        <a:ext cx="6764955" cy="310396"/>
      </dsp:txXfrm>
    </dsp:sp>
    <dsp:sp modelId="{CCC6EB70-AAF4-497F-9B81-468C2957EB33}">
      <dsp:nvSpPr>
        <dsp:cNvPr id="0" name=""/>
        <dsp:cNvSpPr/>
      </dsp:nvSpPr>
      <dsp:spPr>
        <a:xfrm>
          <a:off x="0" y="3288536"/>
          <a:ext cx="6798539" cy="383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/>
            <a:t>Automates weekly shift assignments for balanced workloads.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100" kern="1200" dirty="0"/>
            <a:t>Supports officer readiness and well-being</a:t>
          </a:r>
          <a:r>
            <a:rPr lang="en-GB" sz="1100" kern="1200" dirty="0"/>
            <a:t>.</a:t>
          </a:r>
          <a:endParaRPr lang="en-US" sz="1100" kern="1200" dirty="0"/>
        </a:p>
      </dsp:txBody>
      <dsp:txXfrm>
        <a:off x="0" y="3288536"/>
        <a:ext cx="6798539" cy="383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C8C4B2-5B86-527D-7A36-2C65D61D1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9CB25A-8218-801F-417B-0FF9B016C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37A284-1FB4-F7AF-D1F1-68EA9DC4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57DC59-ECEB-AA41-8B30-24259910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E10477-28BF-3814-743C-F7E88A1B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81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E42B8C-A25E-A677-F762-25886DF2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6006F2-7FCB-0BE9-CBE4-D2F8E946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93A19D-15E1-C9C4-33FE-CA82B20B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DCC43C-F9BC-1139-484E-267DD350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5013BF-6008-AA23-7406-8F2487EE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58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616BE2-CE08-7351-221F-25C337A7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E5695F-53AC-0E36-B76C-E6FEA52A4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FC3E91-5000-11BA-B827-5B1A3719C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F0294D-43BC-249C-51AF-AF6778494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25D785-532D-8CE1-A93D-C7B6145A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406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49A32-1307-C3CF-EDA5-69B245B5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6A48DF-9990-C868-1CE6-147D9E8F9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18C9CD-8639-6B0C-4C6C-158A581F9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FE8483-1988-B4BB-EE5A-7EB2913E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61F39F-30A1-BC6C-199C-643C7946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EB5E423-E60D-AA1C-EF3E-3AE9B996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83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405F31-D813-D51A-4835-622F5F8F0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D3B76C-3100-7A53-7053-92066F0C9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7E34C19-B337-AA1B-6C06-8D0DEAA21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6211E41-DAAB-99D3-A6FB-ACAEF7CC32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F3F1FDD-0E48-2308-98E6-233BE87C6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B62871D-D2FB-A797-DB5D-DC38060D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0B8FED3-9DDF-F5F9-C97F-FCB14405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41BBCF3-065F-1846-32B5-DD5EE717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46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9C541B-30E5-6B3D-7294-3D385EAD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41E3389-3815-8DEC-BF43-7F168013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76B6A5B-D25E-0BDD-A70A-59680FF0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7CE9CDA-4A65-6614-73C8-EC4AC0F2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24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DC4099F-E91F-2653-3D20-8D214430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9A79254-D261-FBEE-8ABC-BD09F2BC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F5B939-5792-6111-30DD-5EEDDD46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28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48BCAA-0EE4-D9E1-766D-291F7926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9D8893-1BA3-95DB-B1FA-BA0E66188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53B286-7845-51AF-BC53-4CC65F5CC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90A2EE-CD23-B87F-429D-1EA16FD9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3043F0-5785-9726-8448-832135B4C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DDF0C79-A0AC-0491-7755-767F2437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03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3EE370-2F98-6498-BACE-EB22E472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2E4F9A5-7300-6ADC-25AB-B7575E041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857E48-E0C9-5754-BEA4-6AF4D5F8F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E49B66-A067-58E0-E0A6-036B25E85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2B23F55-0AE9-5654-1553-BEAFCA37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72AC801-8286-C644-75DC-ECE2DFDD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85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FE221-67B0-C4AA-9E08-8A375222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2ED69BF-62F0-8B38-4D5F-E9A6BAF31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1CE1D21-3E5C-C7E2-5B15-670922E5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CA6471-EC17-8FE3-4348-44117D2B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9A0CC2-9ABE-2337-87EF-B7617ECD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81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5F1F043-8DF2-D88D-4EA9-BB566F6B4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161A42E-D764-6C8D-155B-4EB522F8B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59E6579-C22E-58B5-EFAE-7A8CEFCF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92DC3E-4EE6-F393-520B-AC863DE6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B4F51CC-AEA5-F5F2-B9AF-AF1C9B8B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51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CBAC85B-6251-718A-AE9B-165A5B70A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EF10F4-C704-EDB0-538F-0CB115573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30E3B9-D12B-1246-9BE8-89F508D51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6B33E-63D6-4754-A18C-679328FBEB8D}" type="datetimeFigureOut">
              <a:rPr lang="en-GB" smtClean="0"/>
              <a:t>15/12/2024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C3AF56-EC01-58B3-8FED-653A83155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DDF0C6-74F6-40EB-BA72-9FDC2B80C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1E287-B531-4F4B-ADC3-59AAB8A86A2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04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8" name="Immagine 157">
            <a:extLst>
              <a:ext uri="{FF2B5EF4-FFF2-40B4-BE49-F238E27FC236}">
                <a16:creationId xmlns:a16="http://schemas.microsoft.com/office/drawing/2014/main" id="{055D9DED-E9F5-0556-6550-C980E5B9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001"/>
          <a:stretch/>
        </p:blipFill>
        <p:spPr>
          <a:xfrm>
            <a:off x="128585" y="115194"/>
            <a:ext cx="11934817" cy="6627613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12F2E2A-2CB3-3E32-B1B2-E06B7E361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GB" sz="5000" b="1">
                <a:solidFill>
                  <a:schemeClr val="bg1"/>
                </a:solidFill>
              </a:rPr>
              <a:t>An IDSS for Police Patrol Planning in Los Angeles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4AD6FA-0C56-D5D1-583C-AACE029B3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it-IT" sz="2000" b="1">
                <a:solidFill>
                  <a:schemeClr val="bg1"/>
                </a:solidFill>
              </a:rPr>
              <a:t>Presented by</a:t>
            </a:r>
            <a:r>
              <a:rPr lang="it-IT" sz="2000">
                <a:solidFill>
                  <a:schemeClr val="bg1"/>
                </a:solidFill>
              </a:rPr>
              <a:t>: Renato Gallicola, Emilien L’Haridon, Domenico Pazienza, Arthur Rasera</a:t>
            </a:r>
          </a:p>
          <a:p>
            <a:pPr algn="l"/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166" name="Rectangle 164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39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57C850-3438-177E-8B10-8B91750E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System Objectives</a:t>
            </a:r>
            <a:endParaRPr lang="en-GB" sz="5400"/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Segnaposto contenuto 2">
            <a:extLst>
              <a:ext uri="{FF2B5EF4-FFF2-40B4-BE49-F238E27FC236}">
                <a16:creationId xmlns:a16="http://schemas.microsoft.com/office/drawing/2014/main" id="{8F4EEC18-9AEE-2519-D7C5-80B023E93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Core Features</a:t>
            </a:r>
            <a:r>
              <a:rPr lang="en-US" sz="22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Crime prediction and visualization to understand high-risk areas.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Dynamic resource allocation to deploy officers effectively.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Automated shift scheduling for seamless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Interactive tools for supervisors to track officer schedules.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Goal</a:t>
            </a:r>
            <a:r>
              <a:rPr lang="en-US" sz="2200"/>
              <a:t>: Striking a balance between improving public safety and maintaining officer well-being</a:t>
            </a:r>
            <a:r>
              <a:rPr lang="en-GB" sz="2200"/>
              <a:t>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2866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A2C72D1-2D4E-1965-A8A2-885E0E82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b="1"/>
              <a:t>Domain of Application</a:t>
            </a:r>
            <a:endParaRPr lang="en-GB" sz="5400"/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ECF191-7110-2810-AE9D-E3422975A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Sector</a:t>
            </a:r>
            <a:r>
              <a:rPr lang="en-US" sz="1700"/>
              <a:t>: Public Safety and Law Enforcement.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Focus Area</a:t>
            </a:r>
            <a:r>
              <a:rPr lang="en-US" sz="1700"/>
              <a:t>: Enhancing crime prediction and optimizing police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Benefits</a:t>
            </a:r>
            <a:r>
              <a:rPr lang="en-US" sz="17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Building greater community trust through proactive measures.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Preventing crimes before they happen.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Ensuring fair and effective workload management for officers</a:t>
            </a:r>
            <a:r>
              <a:rPr lang="en-GB" sz="1700"/>
              <a:t>.</a:t>
            </a:r>
            <a:endParaRPr lang="en-US" sz="1700"/>
          </a:p>
        </p:txBody>
      </p:sp>
      <p:pic>
        <p:nvPicPr>
          <p:cNvPr id="7" name="Picture 4" descr="Figure scolpite colorate di esseri umani">
            <a:extLst>
              <a:ext uri="{FF2B5EF4-FFF2-40B4-BE49-F238E27FC236}">
                <a16:creationId xmlns:a16="http://schemas.microsoft.com/office/drawing/2014/main" id="{CB6FB389-1A9B-1B6E-D5FE-4428A2271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84" r="14150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676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8431365-DABA-70B5-D99A-5841A932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GB" sz="4000" b="1"/>
              <a:t>Decision Highlights</a:t>
            </a:r>
            <a:endParaRPr lang="en-GB" sz="4000"/>
          </a:p>
        </p:txBody>
      </p:sp>
      <p:pic>
        <p:nvPicPr>
          <p:cNvPr id="35" name="Picture 5">
            <a:extLst>
              <a:ext uri="{FF2B5EF4-FFF2-40B4-BE49-F238E27FC236}">
                <a16:creationId xmlns:a16="http://schemas.microsoft.com/office/drawing/2014/main" id="{4DE4FB0F-6FAF-4C42-DACC-28A28A37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7" r="33841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36" name="Segnaposto contenuto 2">
            <a:extLst>
              <a:ext uri="{FF2B5EF4-FFF2-40B4-BE49-F238E27FC236}">
                <a16:creationId xmlns:a16="http://schemas.microsoft.com/office/drawing/2014/main" id="{E19C078C-E8F3-C833-BCDC-96D40543E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531592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8790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AD5CA5-05A4-BD0B-6107-FC2938DF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 b="1"/>
              <a:t>Dataset Overview</a:t>
            </a:r>
            <a:br>
              <a:rPr lang="en-GB" sz="5400" b="1"/>
            </a:b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C56904-38FE-AA4D-DC4E-A24B1F7FD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Data Sources</a:t>
            </a:r>
            <a:r>
              <a:rPr lang="en-GB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Historical crime data (2020–2024) from official Los Angeles records.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Attributes: Crime type, time, date, latitude, longitude, and contextual metadata.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Synthetic officer location data: Generated to simulate privacy-respecting residential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Dataset Size</a:t>
            </a:r>
            <a:r>
              <a:rPr lang="en-GB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dirty="0"/>
              <a:t>Over 1 million crime entries spanning a 4-year period.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Purpose</a:t>
            </a:r>
            <a:r>
              <a:rPr lang="en-GB" sz="2200" dirty="0"/>
              <a:t>: Forms the foundation for crime prediction, resource allocation, and visualization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167521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4" descr="Lente di ingrandimento che mostra prestazioni in calo">
            <a:extLst>
              <a:ext uri="{FF2B5EF4-FFF2-40B4-BE49-F238E27FC236}">
                <a16:creationId xmlns:a16="http://schemas.microsoft.com/office/drawing/2014/main" id="{286EF77E-6C52-A4B1-37F9-801F41B3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32A626-E818-D365-76EE-FECB0F5C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b="1"/>
              <a:t>Data Preprocessing</a:t>
            </a:r>
            <a:endParaRPr lang="en-GB" sz="4000"/>
          </a:p>
        </p:txBody>
      </p:sp>
      <p:sp>
        <p:nvSpPr>
          <p:cNvPr id="61" name="Segnaposto contenuto 2">
            <a:extLst>
              <a:ext uri="{FF2B5EF4-FFF2-40B4-BE49-F238E27FC236}">
                <a16:creationId xmlns:a16="http://schemas.microsoft.com/office/drawing/2014/main" id="{B15193F0-035A-0EFA-A28E-61569AB66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2434201"/>
            <a:ext cx="4457189" cy="3742762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400" b="1" dirty="0"/>
              <a:t>Data Cleaning</a:t>
            </a:r>
            <a:r>
              <a:rPr lang="en-US" sz="1400" dirty="0"/>
              <a:t>: Removed irrelevant and incomplete data for better model reliability.</a:t>
            </a:r>
          </a:p>
          <a:p>
            <a:pPr marL="285750" indent="-285750"/>
            <a:r>
              <a:rPr lang="en-US" sz="1400" b="1" dirty="0"/>
              <a:t>Feature Engineering</a:t>
            </a:r>
            <a:r>
              <a:rPr lang="en-US" sz="1400" dirty="0"/>
              <a:t>: Extracted and transformed temporal (e.g., shifts, months) and spatial features (latitude, longitude).</a:t>
            </a:r>
          </a:p>
          <a:p>
            <a:pPr marL="285750" indent="-285750"/>
            <a:r>
              <a:rPr lang="en-US" sz="1400" b="1" dirty="0"/>
              <a:t>Handling Missing Data</a:t>
            </a:r>
            <a:r>
              <a:rPr lang="en-US" sz="1400" dirty="0"/>
              <a:t>: Used imputation and row removal to ensure data consistency.</a:t>
            </a:r>
          </a:p>
          <a:p>
            <a:pPr marL="285750" indent="-285750"/>
            <a:r>
              <a:rPr lang="en-US" sz="1400" b="1" dirty="0"/>
              <a:t>Synthetic Data Generation</a:t>
            </a:r>
            <a:r>
              <a:rPr lang="en-US" sz="1400" dirty="0"/>
              <a:t>: Balanced datasets with negative samples for robust training.</a:t>
            </a:r>
          </a:p>
          <a:p>
            <a:pPr marL="285750" indent="-285750"/>
            <a:r>
              <a:rPr lang="en-US" sz="1400" b="1" dirty="0"/>
              <a:t>Standardization</a:t>
            </a:r>
            <a:r>
              <a:rPr lang="en-US" sz="1400" dirty="0"/>
              <a:t>: Normalized numerical data for consistent feature scaling.</a:t>
            </a:r>
          </a:p>
          <a:p>
            <a:pPr marL="285750" indent="-285750"/>
            <a:r>
              <a:rPr lang="en-US" sz="1400" b="1" dirty="0"/>
              <a:t>Cyclical Encoding</a:t>
            </a:r>
            <a:r>
              <a:rPr lang="en-US" sz="1400" dirty="0"/>
              <a:t>: Applied sine and cosine transformations to time variables like months and days.</a:t>
            </a:r>
          </a:p>
          <a:p>
            <a:pPr marL="0" indent="0">
              <a:buNone/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14220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76C57D4-B1C9-8B48-C711-7A1AA96A7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/>
              <a:t>Functional Architecture</a:t>
            </a:r>
            <a:endParaRPr lang="en-GB" sz="5000"/>
          </a:p>
        </p:txBody>
      </p:sp>
      <p:sp>
        <p:nvSpPr>
          <p:cNvPr id="309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AADCB9-A8D0-FE74-8898-4FB16EA8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Overview</a:t>
            </a:r>
            <a:r>
              <a:rPr lang="en-US" sz="1500" dirty="0"/>
              <a:t>: The system’s architecture is built around several key components:</a:t>
            </a:r>
          </a:p>
          <a:p>
            <a:pPr lvl="1"/>
            <a:r>
              <a:rPr lang="en-US" sz="1500" dirty="0"/>
              <a:t>An LSTM model for crime prediction.</a:t>
            </a:r>
          </a:p>
          <a:p>
            <a:pPr lvl="1"/>
            <a:r>
              <a:rPr lang="en-US" sz="1500" dirty="0"/>
              <a:t>A Resource Allocation Algorithm for optimal deployment.</a:t>
            </a:r>
          </a:p>
          <a:p>
            <a:pPr lvl="1"/>
            <a:r>
              <a:rPr lang="en-US" sz="1500" dirty="0"/>
              <a:t>A Map Renderer for interactive visualization.</a:t>
            </a:r>
          </a:p>
          <a:p>
            <a:pPr lvl="1"/>
            <a:r>
              <a:rPr lang="en-US" sz="1500" dirty="0"/>
              <a:t>A Web Application to bring it all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Key Components</a:t>
            </a:r>
            <a:r>
              <a:rPr lang="en-US" sz="1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Temporal and spatial analysis through the LSTM model.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Algorithms for efficient resource allocation.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Visualization tools for intuitive insights</a:t>
            </a:r>
          </a:p>
        </p:txBody>
      </p:sp>
      <p:pic>
        <p:nvPicPr>
          <p:cNvPr id="3081" name="Picture 9" descr="Immagine che contiene testo, schermata, Carattere, design&#10;&#10;Descrizione generata automaticamente">
            <a:extLst>
              <a:ext uri="{FF2B5EF4-FFF2-40B4-BE49-F238E27FC236}">
                <a16:creationId xmlns:a16="http://schemas.microsoft.com/office/drawing/2014/main" id="{1160EB42-78A0-60A3-5418-D815C3118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7442" y="398293"/>
            <a:ext cx="5061280" cy="606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95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0ABFA1D-56E7-A1A1-524B-03DE98B9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/>
              <a:t>LSTM Model Architecture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8CFC0F-F311-592F-4A48-13BF164EF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b="1"/>
              <a:t>Purpose</a:t>
            </a:r>
            <a:r>
              <a:rPr lang="en-US" sz="1500"/>
              <a:t>: To accurately predict the probability of crimes based on historical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/>
              <a:t>Inputs</a:t>
            </a:r>
            <a:r>
              <a:rPr lang="en-US" sz="15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Temporal features, such as time of day and day of the week.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Spatial features, including geographical coordinates.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/>
              <a:t>Model Structure</a:t>
            </a:r>
            <a:r>
              <a:rPr lang="en-US" sz="15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Temporal LSTM with 128 neurons and attention mechanisms to capture critical time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Spatial LSTM with 128 neurons to understand location-based trends.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Dense Layers for refining and combining predictions.</a:t>
            </a:r>
          </a:p>
        </p:txBody>
      </p:sp>
      <p:pic>
        <p:nvPicPr>
          <p:cNvPr id="4098" name="Picture 2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7CE073E5-09DC-62DA-B38B-FA2CC9F53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6116" y="640080"/>
            <a:ext cx="482483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51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13D61-7482-99B2-F67E-D60DF466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b="1"/>
              <a:t>LSTM Model Performance</a:t>
            </a:r>
            <a:br>
              <a:rPr lang="en-GB" sz="3600" b="1"/>
            </a:br>
            <a:endParaRPr lang="en-GB" sz="3600"/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B648E377-BFB8-CB46-9C1E-6A697E07F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7" b="9072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1474BA-6A56-FACC-FBCA-4BA543BAE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429000"/>
            <a:ext cx="7485413" cy="277653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 dirty="0"/>
              <a:t>Training Metrics</a:t>
            </a:r>
            <a:r>
              <a:rPr lang="en-US" sz="17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Accuracy</a:t>
            </a:r>
            <a:r>
              <a:rPr lang="en-US" sz="1700" dirty="0"/>
              <a:t>: Measures the percentage of correct predictions during training, achieving around 80%.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Precision</a:t>
            </a:r>
            <a:r>
              <a:rPr lang="en-US" sz="1700" dirty="0"/>
              <a:t>: Evaluates the proportion of correctly identified crime zones among all predicted positives, ensuring reliable hotspot detection.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Recall</a:t>
            </a:r>
            <a:r>
              <a:rPr lang="en-US" sz="1700" dirty="0"/>
              <a:t>: Highlights the ability to identify high-risk zones accurately, ensuring minimal false negatives.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/>
              <a:t>Testing Metrics</a:t>
            </a:r>
            <a:r>
              <a:rPr lang="en-US" sz="17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C1011FC2-990A-E4C3-4F35-FCCBBAA89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160555"/>
              </p:ext>
            </p:extLst>
          </p:nvPr>
        </p:nvGraphicFramePr>
        <p:xfrm>
          <a:off x="4972062" y="5748336"/>
          <a:ext cx="2571738" cy="914400"/>
        </p:xfrm>
        <a:graphic>
          <a:graphicData uri="http://schemas.openxmlformats.org/drawingml/2006/table">
            <a:tbl>
              <a:tblPr/>
              <a:tblGrid>
                <a:gridCol w="1285869">
                  <a:extLst>
                    <a:ext uri="{9D8B030D-6E8A-4147-A177-3AD203B41FA5}">
                      <a16:colId xmlns:a16="http://schemas.microsoft.com/office/drawing/2014/main" val="1457879225"/>
                    </a:ext>
                  </a:extLst>
                </a:gridCol>
                <a:gridCol w="1285869">
                  <a:extLst>
                    <a:ext uri="{9D8B030D-6E8A-4147-A177-3AD203B41FA5}">
                      <a16:colId xmlns:a16="http://schemas.microsoft.com/office/drawing/2014/main" val="4129319431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r>
                        <a:rPr lang="en-GB" sz="1400" b="1" dirty="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828364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r>
                        <a:rPr lang="en-GB" sz="1400" b="1" dirty="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026157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r>
                        <a:rPr lang="en-GB" sz="1400" b="1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76%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303461"/>
                  </a:ext>
                </a:extLst>
              </a:tr>
            </a:tbl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ABA3529F-6B4A-B521-6D86-FFA58EC63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025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1338C78-03A3-1EB2-0ABF-034CF5C6F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861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86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BB9F5-B468-5DA8-2044-33AE4FC44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b="1"/>
              <a:t>Resource Allocation Algorithm</a:t>
            </a:r>
            <a:endParaRPr lang="en-GB" sz="3600"/>
          </a:p>
        </p:txBody>
      </p:sp>
      <p:pic>
        <p:nvPicPr>
          <p:cNvPr id="5" name="Picture 4" descr="Persona con in mano il pezzo di un puzzle">
            <a:extLst>
              <a:ext uri="{FF2B5EF4-FFF2-40B4-BE49-F238E27FC236}">
                <a16:creationId xmlns:a16="http://schemas.microsoft.com/office/drawing/2014/main" id="{B06CDA90-0C38-60E7-A8CA-83F9FE13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350" b="12728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389FBC-8400-93CD-C2CA-52576829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8882" y="4019550"/>
            <a:ext cx="7485413" cy="2452687"/>
          </a:xfrm>
        </p:spPr>
        <p:txBody>
          <a:bodyPr anchor="ctr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Objective</a:t>
            </a:r>
            <a:r>
              <a:rPr lang="en-US" sz="1600" dirty="0"/>
              <a:t>: To minimize delays and evenly distribute workloads among officers.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Inputs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Crime probability predictions.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Officer home locations.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Distance and time constraints.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Output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Optimal assignments of officers to high-risk zones.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Optimization Techniques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programming ensures fairness and efficiency in allocation.</a:t>
            </a: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769149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Immagine che contiene mappa, testo, atlante, diagramma&#10;&#10;Descrizione generata automaticamente">
            <a:extLst>
              <a:ext uri="{FF2B5EF4-FFF2-40B4-BE49-F238E27FC236}">
                <a16:creationId xmlns:a16="http://schemas.microsoft.com/office/drawing/2014/main" id="{06F7272B-DBAA-D880-857F-F4F0D40B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EDE0D25-150F-35F3-6A4E-1C59E12E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b="1"/>
              <a:t>Map Renderer</a:t>
            </a:r>
            <a:endParaRPr lang="en-GB" sz="40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C06A94-EE93-A961-3AD7-BEBBEA2E5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Purpose</a:t>
            </a:r>
            <a:r>
              <a:rPr lang="en-US" sz="1700"/>
              <a:t>: To make crime predictions visually accessible and actionable.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Features</a:t>
            </a:r>
            <a:r>
              <a:rPr lang="en-US" sz="17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Grid-based heatmaps to highlight high-risk areas.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Folium-based maps for interactive exploration.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/>
              <a:t>Aggregation of smaller zones into broader, more manageable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/>
              <a:t>Outcome</a:t>
            </a:r>
            <a:r>
              <a:rPr lang="en-US" sz="1700"/>
              <a:t>: Enables quick decision-making and targeted resource allocation.</a:t>
            </a:r>
          </a:p>
          <a:p>
            <a:endParaRPr lang="en-GB" sz="1700"/>
          </a:p>
        </p:txBody>
      </p:sp>
    </p:spTree>
    <p:extLst>
      <p:ext uri="{BB962C8B-B14F-4D97-AF65-F5344CB8AC3E}">
        <p14:creationId xmlns:p14="http://schemas.microsoft.com/office/powerpoint/2010/main" val="174606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86CF8D-1C93-E52A-5389-50EB9294E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1"/>
              <a:t>Dashboard Demo: Police Dispatch IDSS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24A835-50CF-832B-145B-510CC4B31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 dirty="0"/>
              <a:t>Purpose</a:t>
            </a:r>
            <a:r>
              <a:rPr lang="en-US" sz="1700" dirty="0"/>
              <a:t>: To manage officer deployment and model execution.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 dirty="0"/>
              <a:t>Features</a:t>
            </a:r>
            <a:r>
              <a:rPr lang="en-US" sz="17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Input fields for setting the total number of officers and selecting valid dates.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Click-to-run functionality to execute the model and generate resource allocation plans.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Police Schedule Lookup</a:t>
            </a:r>
            <a:r>
              <a:rPr lang="en-US" sz="1700" dirty="0"/>
              <a:t>: Displays weekly shift allocations for night, morning, and evening shifts using color-coded tables.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b="1" dirty="0"/>
              <a:t>Resource Allocation Map</a:t>
            </a:r>
            <a:r>
              <a:rPr lang="en-US" sz="1700" dirty="0"/>
              <a:t>: An interactive map showing the number of officers allocated to each high-risk area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F6680D-AEF9-0F19-D8B8-7FA2F7081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93" y="909081"/>
            <a:ext cx="3816477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57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C227185-CB82-787F-2084-CFF8AC61D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3700" b="1"/>
              <a:t>Dashboard Demo: Police Schedule Lookup</a:t>
            </a:r>
            <a:br>
              <a:rPr lang="en-US" sz="3700" b="1"/>
            </a:br>
            <a:endParaRPr lang="en-GB" sz="37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3CBBA4-3FB0-E8E2-0CAF-DE1632053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600" b="1"/>
              <a:t>Dashboard Demo: Police Schedule Lookup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Purpose</a:t>
            </a:r>
            <a:r>
              <a:rPr lang="en-US" sz="1600"/>
              <a:t>: Provide officers with personalized schedules and detailed shift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Features</a:t>
            </a:r>
            <a:r>
              <a:rPr lang="en-US" sz="16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/>
              <a:t>Badge Number Lookup</a:t>
            </a:r>
            <a:r>
              <a:rPr lang="en-US" sz="1600"/>
              <a:t>: Input an officer’s badge number to retrieve weekly schedules.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/>
              <a:t>Schedule Table</a:t>
            </a:r>
            <a:r>
              <a:rPr lang="en-US" sz="1600"/>
              <a:t>: Visualizes shifts (night, morning, evening) and assigned areas for the selected officer.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/>
              <a:t>Shift Details</a:t>
            </a:r>
            <a:r>
              <a:rPr lang="en-US" sz="1600"/>
              <a:t>: Detailed breakdown including day, shift type, travel time, distance, and patrol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Outcome</a:t>
            </a:r>
            <a:r>
              <a:rPr lang="en-US" sz="1600"/>
              <a:t>: Enhances officer efficiency with clear and accessible schedule details.</a:t>
            </a:r>
          </a:p>
          <a:p>
            <a:endParaRPr lang="en-GB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magine 4" descr="Immagine che contiene testo, schermata, software, Software multimediale&#10;&#10;Descrizione generata automaticamente">
            <a:extLst>
              <a:ext uri="{FF2B5EF4-FFF2-40B4-BE49-F238E27FC236}">
                <a16:creationId xmlns:a16="http://schemas.microsoft.com/office/drawing/2014/main" id="{97FE42EC-526A-5B57-39E8-0D7E00A2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672471"/>
            <a:ext cx="4170530" cy="354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47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23FB34-1EA0-EFAC-504F-15A2D0CF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4200" b="1"/>
              <a:t>Future Improvements</a:t>
            </a:r>
            <a:br>
              <a:rPr lang="en-GB" sz="4200" b="1"/>
            </a:br>
            <a:endParaRPr lang="en-GB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19F151-913C-9EDB-82B7-1938D6BCA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Smart City Integration</a:t>
            </a:r>
            <a:r>
              <a:rPr lang="en-US" sz="22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Incorporate IoT data for greater situational awareness.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Utilize smart devices to gather real-time information on emerging crime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Public Safety Enhancements</a:t>
            </a:r>
            <a:r>
              <a:rPr lang="en-US" sz="22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Provide real-time alerts and notifications to officers.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Offer quick responses to dynamic, on-field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Interactive Dashboards</a:t>
            </a:r>
            <a:r>
              <a:rPr lang="en-US" sz="220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Enable supervisors to monitor live resource allocations.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/>
              <a:t>Improve decision-making through real-time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2283511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231754-6091-BDED-D659-BF4E8FCF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5400" b="1"/>
              <a:t>Q&amp;A</a:t>
            </a:r>
            <a:br>
              <a:rPr lang="en-GB" sz="5400" b="1"/>
            </a:br>
            <a:endParaRPr lang="en-GB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025D96-04E7-48BC-4483-4604CE6B0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Thank you for your attention!</a:t>
            </a: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Questions and Feedback?</a:t>
            </a:r>
            <a:endParaRPr lang="en-US" sz="2200" dirty="0"/>
          </a:p>
          <a:p>
            <a:endParaRPr lang="en-GB" sz="2200" dirty="0"/>
          </a:p>
        </p:txBody>
      </p:sp>
      <p:pic>
        <p:nvPicPr>
          <p:cNvPr id="5" name="Picture 4" descr="Figura umana di legno">
            <a:extLst>
              <a:ext uri="{FF2B5EF4-FFF2-40B4-BE49-F238E27FC236}">
                <a16:creationId xmlns:a16="http://schemas.microsoft.com/office/drawing/2014/main" id="{5F3B1B7F-D79E-8CFE-B5C1-4BB07EB9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8735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951</Words>
  <Application>Microsoft Office PowerPoint</Application>
  <PresentationFormat>Widescreen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di Office</vt:lpstr>
      <vt:lpstr>An IDSS for Police Patrol Planning in Los Angeles</vt:lpstr>
      <vt:lpstr>System Objectives</vt:lpstr>
      <vt:lpstr>Domain of Application</vt:lpstr>
      <vt:lpstr>Decision Highlights</vt:lpstr>
      <vt:lpstr>Dataset Overview </vt:lpstr>
      <vt:lpstr>Data Preprocessing</vt:lpstr>
      <vt:lpstr>Functional Architecture</vt:lpstr>
      <vt:lpstr>LSTM Model Architecture</vt:lpstr>
      <vt:lpstr>LSTM Model Performance </vt:lpstr>
      <vt:lpstr>Resource Allocation Algorithm</vt:lpstr>
      <vt:lpstr>Map Renderer</vt:lpstr>
      <vt:lpstr>Dashboard Demo: Police Dispatch IDSS</vt:lpstr>
      <vt:lpstr>Dashboard Demo: Police Schedule Lookup </vt:lpstr>
      <vt:lpstr>Future Improvements </vt:lpstr>
      <vt:lpstr>Q&amp;A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PAZIENZA DOMENICO RUGGIERO PIO</dc:creator>
  <cp:lastModifiedBy>PAZIENZA DOMENICO RUGGIERO PIO</cp:lastModifiedBy>
  <cp:revision>1</cp:revision>
  <dcterms:created xsi:type="dcterms:W3CDTF">2024-12-15T17:35:48Z</dcterms:created>
  <dcterms:modified xsi:type="dcterms:W3CDTF">2024-12-15T19:51:46Z</dcterms:modified>
</cp:coreProperties>
</file>